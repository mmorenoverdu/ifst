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1"/>
  </p:notesMasterIdLst>
  <p:sldIdLst>
    <p:sldId id="327" r:id="rId2"/>
    <p:sldId id="369" r:id="rId3"/>
    <p:sldId id="354" r:id="rId4"/>
    <p:sldId id="370" r:id="rId5"/>
    <p:sldId id="332" r:id="rId6"/>
    <p:sldId id="331" r:id="rId7"/>
    <p:sldId id="348" r:id="rId8"/>
    <p:sldId id="386" r:id="rId9"/>
    <p:sldId id="388" r:id="rId10"/>
    <p:sldId id="387" r:id="rId11"/>
    <p:sldId id="389" r:id="rId12"/>
    <p:sldId id="371" r:id="rId13"/>
    <p:sldId id="372" r:id="rId14"/>
    <p:sldId id="384" r:id="rId15"/>
    <p:sldId id="385" r:id="rId16"/>
    <p:sldId id="334" r:id="rId17"/>
    <p:sldId id="349" r:id="rId18"/>
    <p:sldId id="373" r:id="rId19"/>
    <p:sldId id="374" r:id="rId20"/>
    <p:sldId id="339" r:id="rId21"/>
    <p:sldId id="350" r:id="rId22"/>
    <p:sldId id="352" r:id="rId23"/>
    <p:sldId id="351" r:id="rId24"/>
    <p:sldId id="353" r:id="rId25"/>
    <p:sldId id="375" r:id="rId26"/>
    <p:sldId id="376" r:id="rId27"/>
    <p:sldId id="377" r:id="rId28"/>
    <p:sldId id="378" r:id="rId29"/>
    <p:sldId id="379" r:id="rId30"/>
  </p:sldIdLst>
  <p:sldSz cx="12960350" cy="9720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CC00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B7D3D9-A30A-43F5-BD2D-3852B9C32250}" v="10" dt="2025-06-14T13:10:06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47" autoAdjust="0"/>
  </p:normalViewPr>
  <p:slideViewPr>
    <p:cSldViewPr snapToGrid="0">
      <p:cViewPr varScale="1">
        <p:scale>
          <a:sx n="42" d="100"/>
          <a:sy n="42" d="100"/>
        </p:scale>
        <p:origin x="14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Moreno Verdu" userId="e16f21d8-7ade-4398-a799-6875fecfb860" providerId="ADAL" clId="{D72CB070-DD02-4A3E-9D43-45B49005C7DA}"/>
    <pc:docChg chg="undo custSel addSld delSld modSld sldOrd modMainMaster">
      <pc:chgData name="Marcos Moreno Verdu" userId="e16f21d8-7ade-4398-a799-6875fecfb860" providerId="ADAL" clId="{D72CB070-DD02-4A3E-9D43-45B49005C7DA}" dt="2023-12-06T10:24:24.400" v="1340" actId="1076"/>
      <pc:docMkLst>
        <pc:docMk/>
      </pc:docMkLst>
      <pc:sldChg chg="addSp delSp modSp new mod">
        <pc:chgData name="Marcos Moreno Verdu" userId="e16f21d8-7ade-4398-a799-6875fecfb860" providerId="ADAL" clId="{D72CB070-DD02-4A3E-9D43-45B49005C7DA}" dt="2023-12-06T09:44:31.164" v="962"/>
        <pc:sldMkLst>
          <pc:docMk/>
          <pc:sldMk cId="3051121938" sldId="256"/>
        </pc:sldMkLst>
      </pc:sldChg>
      <pc:sldChg chg="addSp delSp modSp new mod ord">
        <pc:chgData name="Marcos Moreno Verdu" userId="e16f21d8-7ade-4398-a799-6875fecfb860" providerId="ADAL" clId="{D72CB070-DD02-4A3E-9D43-45B49005C7DA}" dt="2023-12-06T09:44:31.164" v="962"/>
        <pc:sldMkLst>
          <pc:docMk/>
          <pc:sldMk cId="4017419373" sldId="257"/>
        </pc:sldMkLst>
      </pc:sldChg>
      <pc:sldChg chg="addSp modSp new del mod">
        <pc:chgData name="Marcos Moreno Verdu" userId="e16f21d8-7ade-4398-a799-6875fecfb860" providerId="ADAL" clId="{D72CB070-DD02-4A3E-9D43-45B49005C7DA}" dt="2023-11-21T11:23:24.782" v="142" actId="47"/>
        <pc:sldMkLst>
          <pc:docMk/>
          <pc:sldMk cId="227185382" sldId="258"/>
        </pc:sldMkLst>
      </pc:sldChg>
      <pc:sldChg chg="modSp add mod ord">
        <pc:chgData name="Marcos Moreno Verdu" userId="e16f21d8-7ade-4398-a799-6875fecfb860" providerId="ADAL" clId="{D72CB070-DD02-4A3E-9D43-45B49005C7DA}" dt="2023-12-06T09:44:31.164" v="962"/>
        <pc:sldMkLst>
          <pc:docMk/>
          <pc:sldMk cId="440760548" sldId="258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2591598859" sldId="259"/>
        </pc:sldMkLst>
      </pc:sldChg>
      <pc:sldChg chg="modSp add mod ord">
        <pc:chgData name="Marcos Moreno Verdu" userId="e16f21d8-7ade-4398-a799-6875fecfb860" providerId="ADAL" clId="{D72CB070-DD02-4A3E-9D43-45B49005C7DA}" dt="2023-12-06T09:44:31.164" v="962"/>
        <pc:sldMkLst>
          <pc:docMk/>
          <pc:sldMk cId="1492134226" sldId="260"/>
        </pc:sldMkLst>
      </pc:sldChg>
      <pc:sldChg chg="modSp add mod ord">
        <pc:chgData name="Marcos Moreno Verdu" userId="e16f21d8-7ade-4398-a799-6875fecfb860" providerId="ADAL" clId="{D72CB070-DD02-4A3E-9D43-45B49005C7DA}" dt="2023-12-06T09:44:31.164" v="962"/>
        <pc:sldMkLst>
          <pc:docMk/>
          <pc:sldMk cId="879574488" sldId="261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54317695" sldId="262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3425849738" sldId="263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2681931807" sldId="264"/>
        </pc:sldMkLst>
      </pc:sldChg>
      <pc:sldChg chg="addSp modSp new mod">
        <pc:chgData name="Marcos Moreno Verdu" userId="e16f21d8-7ade-4398-a799-6875fecfb860" providerId="ADAL" clId="{D72CB070-DD02-4A3E-9D43-45B49005C7DA}" dt="2023-12-06T09:44:31.164" v="962"/>
        <pc:sldMkLst>
          <pc:docMk/>
          <pc:sldMk cId="3339029238" sldId="265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3618655648" sldId="266"/>
        </pc:sldMkLst>
      </pc:sldChg>
      <pc:sldChg chg="addSp delSp 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2631207497" sldId="267"/>
        </pc:sldMkLst>
      </pc:sldChg>
      <pc:sldChg chg="modSp add mod ord">
        <pc:chgData name="Marcos Moreno Verdu" userId="e16f21d8-7ade-4398-a799-6875fecfb860" providerId="ADAL" clId="{D72CB070-DD02-4A3E-9D43-45B49005C7DA}" dt="2023-12-06T09:44:31.164" v="962"/>
        <pc:sldMkLst>
          <pc:docMk/>
          <pc:sldMk cId="545437120" sldId="268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2419540641" sldId="269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907872293" sldId="270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1803109341" sldId="271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2821624675" sldId="272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1132908451" sldId="273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1773094305" sldId="274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526396899" sldId="275"/>
        </pc:sldMkLst>
      </pc:sldChg>
      <pc:sldChg chg="add del">
        <pc:chgData name="Marcos Moreno Verdu" userId="e16f21d8-7ade-4398-a799-6875fecfb860" providerId="ADAL" clId="{D72CB070-DD02-4A3E-9D43-45B49005C7DA}" dt="2023-11-21T11:32:29.796" v="263" actId="47"/>
        <pc:sldMkLst>
          <pc:docMk/>
          <pc:sldMk cId="3682555190" sldId="276"/>
        </pc:sldMkLst>
      </pc:sldChg>
      <pc:sldChg chg="addSp delSp 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3753353563" sldId="276"/>
        </pc:sldMkLst>
      </pc:sldChg>
      <pc:sldChg chg="modSp add mod ord">
        <pc:chgData name="Marcos Moreno Verdu" userId="e16f21d8-7ade-4398-a799-6875fecfb860" providerId="ADAL" clId="{D72CB070-DD02-4A3E-9D43-45B49005C7DA}" dt="2023-12-06T09:44:31.164" v="962"/>
        <pc:sldMkLst>
          <pc:docMk/>
          <pc:sldMk cId="1170481691" sldId="277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682852179" sldId="278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285025387" sldId="279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3476961116" sldId="280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3606472047" sldId="281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4253557552" sldId="282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3935361884" sldId="283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473622403" sldId="284"/>
        </pc:sldMkLst>
      </pc:sldChg>
      <pc:sldChg chg="addSp delSp modSp add mod ord">
        <pc:chgData name="Marcos Moreno Verdu" userId="e16f21d8-7ade-4398-a799-6875fecfb860" providerId="ADAL" clId="{D72CB070-DD02-4A3E-9D43-45B49005C7DA}" dt="2023-12-06T09:44:31.164" v="962"/>
        <pc:sldMkLst>
          <pc:docMk/>
          <pc:sldMk cId="1935944237" sldId="285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2828969164" sldId="286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865051783" sldId="287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1418724929" sldId="288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2007383108" sldId="289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834030882" sldId="290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1570575724" sldId="291"/>
        </pc:sldMkLst>
      </pc:sldChg>
      <pc:sldChg chg="modSp add del mod">
        <pc:chgData name="Marcos Moreno Verdu" userId="e16f21d8-7ade-4398-a799-6875fecfb860" providerId="ADAL" clId="{D72CB070-DD02-4A3E-9D43-45B49005C7DA}" dt="2023-12-06T09:47:10.514" v="970" actId="47"/>
        <pc:sldMkLst>
          <pc:docMk/>
          <pc:sldMk cId="3373502346" sldId="292"/>
        </pc:sldMkLst>
      </pc:sldChg>
      <pc:sldChg chg="addSp delSp modSp new mod ord">
        <pc:chgData name="Marcos Moreno Verdu" userId="e16f21d8-7ade-4398-a799-6875fecfb860" providerId="ADAL" clId="{D72CB070-DD02-4A3E-9D43-45B49005C7DA}" dt="2023-12-06T09:44:31.164" v="962"/>
        <pc:sldMkLst>
          <pc:docMk/>
          <pc:sldMk cId="2329150342" sldId="293"/>
        </pc:sldMkLst>
      </pc:sldChg>
      <pc:sldChg chg="modSp add del mod">
        <pc:chgData name="Marcos Moreno Verdu" userId="e16f21d8-7ade-4398-a799-6875fecfb860" providerId="ADAL" clId="{D72CB070-DD02-4A3E-9D43-45B49005C7DA}" dt="2023-11-30T10:14:40.828" v="847" actId="47"/>
        <pc:sldMkLst>
          <pc:docMk/>
          <pc:sldMk cId="1901055699" sldId="294"/>
        </pc:sldMkLst>
      </pc:sldChg>
      <pc:sldChg chg="addSp delSp modSp add del mod">
        <pc:chgData name="Marcos Moreno Verdu" userId="e16f21d8-7ade-4398-a799-6875fecfb860" providerId="ADAL" clId="{D72CB070-DD02-4A3E-9D43-45B49005C7DA}" dt="2023-12-06T09:47:43.441" v="972" actId="47"/>
        <pc:sldMkLst>
          <pc:docMk/>
          <pc:sldMk cId="249251106" sldId="295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1621387786" sldId="296"/>
        </pc:sldMkLst>
      </pc:sldChg>
      <pc:sldChg chg="modSp add mod">
        <pc:chgData name="Marcos Moreno Verdu" userId="e16f21d8-7ade-4398-a799-6875fecfb860" providerId="ADAL" clId="{D72CB070-DD02-4A3E-9D43-45B49005C7DA}" dt="2023-12-06T09:44:31.164" v="962"/>
        <pc:sldMkLst>
          <pc:docMk/>
          <pc:sldMk cId="1035634415" sldId="297"/>
        </pc:sldMkLst>
      </pc:sldChg>
      <pc:sldChg chg="addSp modSp add mod">
        <pc:chgData name="Marcos Moreno Verdu" userId="e16f21d8-7ade-4398-a799-6875fecfb860" providerId="ADAL" clId="{D72CB070-DD02-4A3E-9D43-45B49005C7DA}" dt="2023-12-06T09:49:23.071" v="1052" actId="20577"/>
        <pc:sldMkLst>
          <pc:docMk/>
          <pc:sldMk cId="852348220" sldId="298"/>
        </pc:sldMkLst>
      </pc:sldChg>
      <pc:sldChg chg="modSp add del mod">
        <pc:chgData name="Marcos Moreno Verdu" userId="e16f21d8-7ade-4398-a799-6875fecfb860" providerId="ADAL" clId="{D72CB070-DD02-4A3E-9D43-45B49005C7DA}" dt="2023-12-06T09:47:45.642" v="973" actId="47"/>
        <pc:sldMkLst>
          <pc:docMk/>
          <pc:sldMk cId="665296515" sldId="299"/>
        </pc:sldMkLst>
      </pc:sldChg>
      <pc:sldChg chg="modSp add del mod">
        <pc:chgData name="Marcos Moreno Verdu" userId="e16f21d8-7ade-4398-a799-6875fecfb860" providerId="ADAL" clId="{D72CB070-DD02-4A3E-9D43-45B49005C7DA}" dt="2023-12-06T09:49:36.529" v="1053" actId="47"/>
        <pc:sldMkLst>
          <pc:docMk/>
          <pc:sldMk cId="1893676873" sldId="300"/>
        </pc:sldMkLst>
      </pc:sldChg>
      <pc:sldChg chg="addSp delSp modSp add del mod">
        <pc:chgData name="Marcos Moreno Verdu" userId="e16f21d8-7ade-4398-a799-6875fecfb860" providerId="ADAL" clId="{D72CB070-DD02-4A3E-9D43-45B49005C7DA}" dt="2023-12-06T09:49:39.359" v="1054" actId="47"/>
        <pc:sldMkLst>
          <pc:docMk/>
          <pc:sldMk cId="3102988109" sldId="301"/>
        </pc:sldMkLst>
      </pc:sldChg>
      <pc:sldChg chg="addSp delSp modSp add del mod">
        <pc:chgData name="Marcos Moreno Verdu" userId="e16f21d8-7ade-4398-a799-6875fecfb860" providerId="ADAL" clId="{D72CB070-DD02-4A3E-9D43-45B49005C7DA}" dt="2023-12-06T09:49:40.527" v="1055" actId="47"/>
        <pc:sldMkLst>
          <pc:docMk/>
          <pc:sldMk cId="126474377" sldId="302"/>
        </pc:sldMkLst>
      </pc:sldChg>
      <pc:sldChg chg="modSp add mod">
        <pc:chgData name="Marcos Moreno Verdu" userId="e16f21d8-7ade-4398-a799-6875fecfb860" providerId="ADAL" clId="{D72CB070-DD02-4A3E-9D43-45B49005C7DA}" dt="2023-12-06T09:48:34.407" v="1024" actId="1038"/>
        <pc:sldMkLst>
          <pc:docMk/>
          <pc:sldMk cId="2995984061" sldId="303"/>
        </pc:sldMkLst>
      </pc:sldChg>
      <pc:sldChg chg="modSp add mod">
        <pc:chgData name="Marcos Moreno Verdu" userId="e16f21d8-7ade-4398-a799-6875fecfb860" providerId="ADAL" clId="{D72CB070-DD02-4A3E-9D43-45B49005C7DA}" dt="2023-12-06T09:49:12.355" v="1050" actId="20577"/>
        <pc:sldMkLst>
          <pc:docMk/>
          <pc:sldMk cId="2265439946" sldId="304"/>
        </pc:sldMkLst>
      </pc:sldChg>
      <pc:sldChg chg="modSp add mod">
        <pc:chgData name="Marcos Moreno Verdu" userId="e16f21d8-7ade-4398-a799-6875fecfb860" providerId="ADAL" clId="{D72CB070-DD02-4A3E-9D43-45B49005C7DA}" dt="2023-12-06T09:51:01.298" v="1138" actId="1038"/>
        <pc:sldMkLst>
          <pc:docMk/>
          <pc:sldMk cId="2292757033" sldId="305"/>
        </pc:sldMkLst>
      </pc:sldChg>
      <pc:sldChg chg="modSp add mod">
        <pc:chgData name="Marcos Moreno Verdu" userId="e16f21d8-7ade-4398-a799-6875fecfb860" providerId="ADAL" clId="{D72CB070-DD02-4A3E-9D43-45B49005C7DA}" dt="2023-12-06T09:49:59.345" v="1061" actId="1076"/>
        <pc:sldMkLst>
          <pc:docMk/>
          <pc:sldMk cId="439681354" sldId="306"/>
        </pc:sldMkLst>
      </pc:sldChg>
      <pc:sldChg chg="modSp add mod">
        <pc:chgData name="Marcos Moreno Verdu" userId="e16f21d8-7ade-4398-a799-6875fecfb860" providerId="ADAL" clId="{D72CB070-DD02-4A3E-9D43-45B49005C7DA}" dt="2023-12-06T09:51:25.247" v="1189" actId="1038"/>
        <pc:sldMkLst>
          <pc:docMk/>
          <pc:sldMk cId="2619065667" sldId="307"/>
        </pc:sldMkLst>
      </pc:sldChg>
      <pc:sldChg chg="modSp add mod">
        <pc:chgData name="Marcos Moreno Verdu" userId="e16f21d8-7ade-4398-a799-6875fecfb860" providerId="ADAL" clId="{D72CB070-DD02-4A3E-9D43-45B49005C7DA}" dt="2023-12-06T09:51:47.175" v="1235" actId="1037"/>
        <pc:sldMkLst>
          <pc:docMk/>
          <pc:sldMk cId="1063221991" sldId="308"/>
        </pc:sldMkLst>
      </pc:sldChg>
      <pc:sldChg chg="modSp add mod">
        <pc:chgData name="Marcos Moreno Verdu" userId="e16f21d8-7ade-4398-a799-6875fecfb860" providerId="ADAL" clId="{D72CB070-DD02-4A3E-9D43-45B49005C7DA}" dt="2023-12-06T09:51:59.076" v="1245" actId="20577"/>
        <pc:sldMkLst>
          <pc:docMk/>
          <pc:sldMk cId="2257738130" sldId="309"/>
        </pc:sldMkLst>
      </pc:sldChg>
      <pc:sldChg chg="modSp add mod">
        <pc:chgData name="Marcos Moreno Verdu" userId="e16f21d8-7ade-4398-a799-6875fecfb860" providerId="ADAL" clId="{D72CB070-DD02-4A3E-9D43-45B49005C7DA}" dt="2023-12-06T09:52:07.811" v="1258" actId="20577"/>
        <pc:sldMkLst>
          <pc:docMk/>
          <pc:sldMk cId="3818030964" sldId="310"/>
        </pc:sldMkLst>
      </pc:sldChg>
      <pc:sldChg chg="addSp delSp modSp add mod">
        <pc:chgData name="Marcos Moreno Verdu" userId="e16f21d8-7ade-4398-a799-6875fecfb860" providerId="ADAL" clId="{D72CB070-DD02-4A3E-9D43-45B49005C7DA}" dt="2023-12-06T10:24:24.400" v="1340" actId="1076"/>
        <pc:sldMkLst>
          <pc:docMk/>
          <pc:sldMk cId="1396042250" sldId="311"/>
        </pc:sldMkLst>
      </pc:sldChg>
      <pc:sldMasterChg chg="modSp modSldLayout">
        <pc:chgData name="Marcos Moreno Verdu" userId="e16f21d8-7ade-4398-a799-6875fecfb860" providerId="ADAL" clId="{D72CB070-DD02-4A3E-9D43-45B49005C7DA}" dt="2023-12-06T09:44:31.164" v="962"/>
        <pc:sldMasterMkLst>
          <pc:docMk/>
          <pc:sldMasterMk cId="3000468909" sldId="2147483648"/>
        </pc:sldMasterMkLst>
        <pc:sldLayoutChg chg="modSp">
          <pc:chgData name="Marcos Moreno Verdu" userId="e16f21d8-7ade-4398-a799-6875fecfb860" providerId="ADAL" clId="{D72CB070-DD02-4A3E-9D43-45B49005C7DA}" dt="2023-12-06T09:44:31.164" v="962"/>
          <pc:sldLayoutMkLst>
            <pc:docMk/>
            <pc:sldMasterMk cId="3000468909" sldId="2147483648"/>
            <pc:sldLayoutMk cId="3362716721" sldId="2147483649"/>
          </pc:sldLayoutMkLst>
        </pc:sldLayoutChg>
        <pc:sldLayoutChg chg="modSp">
          <pc:chgData name="Marcos Moreno Verdu" userId="e16f21d8-7ade-4398-a799-6875fecfb860" providerId="ADAL" clId="{D72CB070-DD02-4A3E-9D43-45B49005C7DA}" dt="2023-12-06T09:44:31.164" v="962"/>
          <pc:sldLayoutMkLst>
            <pc:docMk/>
            <pc:sldMasterMk cId="3000468909" sldId="2147483648"/>
            <pc:sldLayoutMk cId="1550781178" sldId="2147483651"/>
          </pc:sldLayoutMkLst>
        </pc:sldLayoutChg>
        <pc:sldLayoutChg chg="modSp">
          <pc:chgData name="Marcos Moreno Verdu" userId="e16f21d8-7ade-4398-a799-6875fecfb860" providerId="ADAL" clId="{D72CB070-DD02-4A3E-9D43-45B49005C7DA}" dt="2023-12-06T09:44:31.164" v="962"/>
          <pc:sldLayoutMkLst>
            <pc:docMk/>
            <pc:sldMasterMk cId="3000468909" sldId="2147483648"/>
            <pc:sldLayoutMk cId="3879795087" sldId="2147483652"/>
          </pc:sldLayoutMkLst>
        </pc:sldLayoutChg>
        <pc:sldLayoutChg chg="modSp">
          <pc:chgData name="Marcos Moreno Verdu" userId="e16f21d8-7ade-4398-a799-6875fecfb860" providerId="ADAL" clId="{D72CB070-DD02-4A3E-9D43-45B49005C7DA}" dt="2023-12-06T09:44:31.164" v="962"/>
          <pc:sldLayoutMkLst>
            <pc:docMk/>
            <pc:sldMasterMk cId="3000468909" sldId="2147483648"/>
            <pc:sldLayoutMk cId="1639669926" sldId="2147483653"/>
          </pc:sldLayoutMkLst>
        </pc:sldLayoutChg>
        <pc:sldLayoutChg chg="modSp">
          <pc:chgData name="Marcos Moreno Verdu" userId="e16f21d8-7ade-4398-a799-6875fecfb860" providerId="ADAL" clId="{D72CB070-DD02-4A3E-9D43-45B49005C7DA}" dt="2023-12-06T09:44:31.164" v="962"/>
          <pc:sldLayoutMkLst>
            <pc:docMk/>
            <pc:sldMasterMk cId="3000468909" sldId="2147483648"/>
            <pc:sldLayoutMk cId="3203226380" sldId="2147483656"/>
          </pc:sldLayoutMkLst>
        </pc:sldLayoutChg>
        <pc:sldLayoutChg chg="modSp">
          <pc:chgData name="Marcos Moreno Verdu" userId="e16f21d8-7ade-4398-a799-6875fecfb860" providerId="ADAL" clId="{D72CB070-DD02-4A3E-9D43-45B49005C7DA}" dt="2023-12-06T09:44:31.164" v="962"/>
          <pc:sldLayoutMkLst>
            <pc:docMk/>
            <pc:sldMasterMk cId="3000468909" sldId="2147483648"/>
            <pc:sldLayoutMk cId="2448173366" sldId="2147483657"/>
          </pc:sldLayoutMkLst>
        </pc:sldLayoutChg>
        <pc:sldLayoutChg chg="modSp">
          <pc:chgData name="Marcos Moreno Verdu" userId="e16f21d8-7ade-4398-a799-6875fecfb860" providerId="ADAL" clId="{D72CB070-DD02-4A3E-9D43-45B49005C7DA}" dt="2023-12-06T09:44:31.164" v="962"/>
          <pc:sldLayoutMkLst>
            <pc:docMk/>
            <pc:sldMasterMk cId="3000468909" sldId="2147483648"/>
            <pc:sldLayoutMk cId="624449489" sldId="2147483659"/>
          </pc:sldLayoutMkLst>
        </pc:sldLayoutChg>
      </pc:sldMasterChg>
    </pc:docChg>
  </pc:docChgLst>
  <pc:docChgLst>
    <pc:chgData name="Marcos Moreno Verdu" userId="e16f21d8-7ade-4398-a799-6875fecfb860" providerId="ADAL" clId="{A7C1FE90-7E8E-4226-8FF2-F08CA7AA797E}"/>
    <pc:docChg chg="undo custSel addSld delSld modSld sldOrd modMainMaster">
      <pc:chgData name="Marcos Moreno Verdu" userId="e16f21d8-7ade-4398-a799-6875fecfb860" providerId="ADAL" clId="{A7C1FE90-7E8E-4226-8FF2-F08CA7AA797E}" dt="2024-11-25T09:09:29.323" v="353" actId="208"/>
      <pc:docMkLst>
        <pc:docMk/>
      </pc:docMkLst>
      <pc:sldChg chg="del">
        <pc:chgData name="Marcos Moreno Verdu" userId="e16f21d8-7ade-4398-a799-6875fecfb860" providerId="ADAL" clId="{A7C1FE90-7E8E-4226-8FF2-F08CA7AA797E}" dt="2024-11-14T12:22:28.874" v="2" actId="47"/>
        <pc:sldMkLst>
          <pc:docMk/>
          <pc:sldMk cId="3846955532" sldId="315"/>
        </pc:sldMkLst>
      </pc:sldChg>
      <pc:sldChg chg="del">
        <pc:chgData name="Marcos Moreno Verdu" userId="e16f21d8-7ade-4398-a799-6875fecfb860" providerId="ADAL" clId="{A7C1FE90-7E8E-4226-8FF2-F08CA7AA797E}" dt="2024-11-14T12:22:26.417" v="0" actId="47"/>
        <pc:sldMkLst>
          <pc:docMk/>
          <pc:sldMk cId="3742747837" sldId="316"/>
        </pc:sldMkLst>
      </pc:sldChg>
      <pc:sldChg chg="modSp">
        <pc:chgData name="Marcos Moreno Verdu" userId="e16f21d8-7ade-4398-a799-6875fecfb860" providerId="ADAL" clId="{A7C1FE90-7E8E-4226-8FF2-F08CA7AA797E}" dt="2024-11-14T13:37:35.811" v="219"/>
        <pc:sldMkLst>
          <pc:docMk/>
          <pc:sldMk cId="3714346260" sldId="317"/>
        </pc:sldMkLst>
      </pc:sldChg>
      <pc:sldChg chg="del">
        <pc:chgData name="Marcos Moreno Verdu" userId="e16f21d8-7ade-4398-a799-6875fecfb860" providerId="ADAL" clId="{A7C1FE90-7E8E-4226-8FF2-F08CA7AA797E}" dt="2024-11-14T12:22:28.045" v="1" actId="47"/>
        <pc:sldMkLst>
          <pc:docMk/>
          <pc:sldMk cId="3996275792" sldId="324"/>
        </pc:sldMkLst>
      </pc:sldChg>
      <pc:sldChg chg="del">
        <pc:chgData name="Marcos Moreno Verdu" userId="e16f21d8-7ade-4398-a799-6875fecfb860" providerId="ADAL" clId="{A7C1FE90-7E8E-4226-8FF2-F08CA7AA797E}" dt="2024-11-14T12:22:29.661" v="3" actId="47"/>
        <pc:sldMkLst>
          <pc:docMk/>
          <pc:sldMk cId="4045645579" sldId="325"/>
        </pc:sldMkLst>
      </pc:sldChg>
      <pc:sldChg chg="addSp delSp modSp mod ord delAnim modAnim">
        <pc:chgData name="Marcos Moreno Verdu" userId="e16f21d8-7ade-4398-a799-6875fecfb860" providerId="ADAL" clId="{A7C1FE90-7E8E-4226-8FF2-F08CA7AA797E}" dt="2024-11-25T09:09:29.323" v="353" actId="208"/>
        <pc:sldMkLst>
          <pc:docMk/>
          <pc:sldMk cId="2141718129" sldId="326"/>
        </pc:sldMkLst>
      </pc:sldChg>
      <pc:sldChg chg="addSp modSp new mod">
        <pc:chgData name="Marcos Moreno Verdu" userId="e16f21d8-7ade-4398-a799-6875fecfb860" providerId="ADAL" clId="{A7C1FE90-7E8E-4226-8FF2-F08CA7AA797E}" dt="2024-11-14T13:37:35.811" v="219"/>
        <pc:sldMkLst>
          <pc:docMk/>
          <pc:sldMk cId="3701997936" sldId="327"/>
        </pc:sldMkLst>
      </pc:sldChg>
      <pc:sldChg chg="addSp delSp modSp add mod">
        <pc:chgData name="Marcos Moreno Verdu" userId="e16f21d8-7ade-4398-a799-6875fecfb860" providerId="ADAL" clId="{A7C1FE90-7E8E-4226-8FF2-F08CA7AA797E}" dt="2024-11-21T16:15:49.361" v="291" actId="208"/>
        <pc:sldMkLst>
          <pc:docMk/>
          <pc:sldMk cId="3007290657" sldId="328"/>
        </pc:sldMkLst>
      </pc:sldChg>
      <pc:sldChg chg="modSp add mod">
        <pc:chgData name="Marcos Moreno Verdu" userId="e16f21d8-7ade-4398-a799-6875fecfb860" providerId="ADAL" clId="{A7C1FE90-7E8E-4226-8FF2-F08CA7AA797E}" dt="2024-11-21T16:17:08.065" v="297" actId="688"/>
        <pc:sldMkLst>
          <pc:docMk/>
          <pc:sldMk cId="470684023" sldId="329"/>
        </pc:sldMkLst>
      </pc:sldChg>
      <pc:sldChg chg="modSp add mod">
        <pc:chgData name="Marcos Moreno Verdu" userId="e16f21d8-7ade-4398-a799-6875fecfb860" providerId="ADAL" clId="{A7C1FE90-7E8E-4226-8FF2-F08CA7AA797E}" dt="2024-11-21T16:17:40.041" v="312" actId="1037"/>
        <pc:sldMkLst>
          <pc:docMk/>
          <pc:sldMk cId="393367563" sldId="330"/>
        </pc:sldMkLst>
      </pc:sldChg>
      <pc:sldChg chg="modSp add mod">
        <pc:chgData name="Marcos Moreno Verdu" userId="e16f21d8-7ade-4398-a799-6875fecfb860" providerId="ADAL" clId="{A7C1FE90-7E8E-4226-8FF2-F08CA7AA797E}" dt="2024-11-21T16:18:18.761" v="319" actId="14100"/>
        <pc:sldMkLst>
          <pc:docMk/>
          <pc:sldMk cId="2910387885" sldId="331"/>
        </pc:sldMkLst>
      </pc:sldChg>
      <pc:sldMasterChg chg="modSp modSldLayout">
        <pc:chgData name="Marcos Moreno Verdu" userId="e16f21d8-7ade-4398-a799-6875fecfb860" providerId="ADAL" clId="{A7C1FE90-7E8E-4226-8FF2-F08CA7AA797E}" dt="2024-11-14T12:23:29.681" v="10"/>
        <pc:sldMasterMkLst>
          <pc:docMk/>
          <pc:sldMasterMk cId="699661127" sldId="2147483696"/>
        </pc:sldMasterMkLst>
        <pc:sldLayoutChg chg="modSp">
          <pc:chgData name="Marcos Moreno Verdu" userId="e16f21d8-7ade-4398-a799-6875fecfb860" providerId="ADAL" clId="{A7C1FE90-7E8E-4226-8FF2-F08CA7AA797E}" dt="2024-11-14T12:23:29.681" v="10"/>
          <pc:sldLayoutMkLst>
            <pc:docMk/>
            <pc:sldMasterMk cId="699661127" sldId="2147483696"/>
            <pc:sldLayoutMk cId="3644077160" sldId="2147483697"/>
          </pc:sldLayoutMkLst>
        </pc:sldLayoutChg>
        <pc:sldLayoutChg chg="modSp">
          <pc:chgData name="Marcos Moreno Verdu" userId="e16f21d8-7ade-4398-a799-6875fecfb860" providerId="ADAL" clId="{A7C1FE90-7E8E-4226-8FF2-F08CA7AA797E}" dt="2024-11-14T12:23:29.681" v="10"/>
          <pc:sldLayoutMkLst>
            <pc:docMk/>
            <pc:sldMasterMk cId="699661127" sldId="2147483696"/>
            <pc:sldLayoutMk cId="2292295541" sldId="2147483699"/>
          </pc:sldLayoutMkLst>
        </pc:sldLayoutChg>
        <pc:sldLayoutChg chg="modSp">
          <pc:chgData name="Marcos Moreno Verdu" userId="e16f21d8-7ade-4398-a799-6875fecfb860" providerId="ADAL" clId="{A7C1FE90-7E8E-4226-8FF2-F08CA7AA797E}" dt="2024-11-14T12:23:29.681" v="10"/>
          <pc:sldLayoutMkLst>
            <pc:docMk/>
            <pc:sldMasterMk cId="699661127" sldId="2147483696"/>
            <pc:sldLayoutMk cId="3663157155" sldId="2147483700"/>
          </pc:sldLayoutMkLst>
        </pc:sldLayoutChg>
        <pc:sldLayoutChg chg="modSp">
          <pc:chgData name="Marcos Moreno Verdu" userId="e16f21d8-7ade-4398-a799-6875fecfb860" providerId="ADAL" clId="{A7C1FE90-7E8E-4226-8FF2-F08CA7AA797E}" dt="2024-11-14T12:23:29.681" v="10"/>
          <pc:sldLayoutMkLst>
            <pc:docMk/>
            <pc:sldMasterMk cId="699661127" sldId="2147483696"/>
            <pc:sldLayoutMk cId="727755360" sldId="2147483701"/>
          </pc:sldLayoutMkLst>
        </pc:sldLayoutChg>
        <pc:sldLayoutChg chg="modSp">
          <pc:chgData name="Marcos Moreno Verdu" userId="e16f21d8-7ade-4398-a799-6875fecfb860" providerId="ADAL" clId="{A7C1FE90-7E8E-4226-8FF2-F08CA7AA797E}" dt="2024-11-14T12:23:29.681" v="10"/>
          <pc:sldLayoutMkLst>
            <pc:docMk/>
            <pc:sldMasterMk cId="699661127" sldId="2147483696"/>
            <pc:sldLayoutMk cId="4101833132" sldId="2147483704"/>
          </pc:sldLayoutMkLst>
        </pc:sldLayoutChg>
        <pc:sldLayoutChg chg="modSp">
          <pc:chgData name="Marcos Moreno Verdu" userId="e16f21d8-7ade-4398-a799-6875fecfb860" providerId="ADAL" clId="{A7C1FE90-7E8E-4226-8FF2-F08CA7AA797E}" dt="2024-11-14T12:23:29.681" v="10"/>
          <pc:sldLayoutMkLst>
            <pc:docMk/>
            <pc:sldMasterMk cId="699661127" sldId="2147483696"/>
            <pc:sldLayoutMk cId="2648179337" sldId="2147483705"/>
          </pc:sldLayoutMkLst>
        </pc:sldLayoutChg>
        <pc:sldLayoutChg chg="modSp">
          <pc:chgData name="Marcos Moreno Verdu" userId="e16f21d8-7ade-4398-a799-6875fecfb860" providerId="ADAL" clId="{A7C1FE90-7E8E-4226-8FF2-F08CA7AA797E}" dt="2024-11-14T12:23:29.681" v="10"/>
          <pc:sldLayoutMkLst>
            <pc:docMk/>
            <pc:sldMasterMk cId="699661127" sldId="2147483696"/>
            <pc:sldLayoutMk cId="3986904456" sldId="2147483707"/>
          </pc:sldLayoutMkLst>
        </pc:sldLayoutChg>
      </pc:sldMasterChg>
      <pc:sldMasterChg chg="modSp modSldLayout">
        <pc:chgData name="Marcos Moreno Verdu" userId="e16f21d8-7ade-4398-a799-6875fecfb860" providerId="ADAL" clId="{A7C1FE90-7E8E-4226-8FF2-F08CA7AA797E}" dt="2024-11-14T13:37:35.811" v="219"/>
        <pc:sldMasterMkLst>
          <pc:docMk/>
          <pc:sldMasterMk cId="68236030" sldId="2147483708"/>
        </pc:sldMasterMkLst>
        <pc:sldLayoutChg chg="modSp">
          <pc:chgData name="Marcos Moreno Verdu" userId="e16f21d8-7ade-4398-a799-6875fecfb860" providerId="ADAL" clId="{A7C1FE90-7E8E-4226-8FF2-F08CA7AA797E}" dt="2024-11-14T13:37:35.811" v="219"/>
          <pc:sldLayoutMkLst>
            <pc:docMk/>
            <pc:sldMasterMk cId="68236030" sldId="2147483708"/>
            <pc:sldLayoutMk cId="1849469491" sldId="2147483709"/>
          </pc:sldLayoutMkLst>
        </pc:sldLayoutChg>
        <pc:sldLayoutChg chg="modSp">
          <pc:chgData name="Marcos Moreno Verdu" userId="e16f21d8-7ade-4398-a799-6875fecfb860" providerId="ADAL" clId="{A7C1FE90-7E8E-4226-8FF2-F08CA7AA797E}" dt="2024-11-14T13:37:35.811" v="219"/>
          <pc:sldLayoutMkLst>
            <pc:docMk/>
            <pc:sldMasterMk cId="68236030" sldId="2147483708"/>
            <pc:sldLayoutMk cId="1355171581" sldId="2147483711"/>
          </pc:sldLayoutMkLst>
        </pc:sldLayoutChg>
        <pc:sldLayoutChg chg="modSp">
          <pc:chgData name="Marcos Moreno Verdu" userId="e16f21d8-7ade-4398-a799-6875fecfb860" providerId="ADAL" clId="{A7C1FE90-7E8E-4226-8FF2-F08CA7AA797E}" dt="2024-11-14T13:37:35.811" v="219"/>
          <pc:sldLayoutMkLst>
            <pc:docMk/>
            <pc:sldMasterMk cId="68236030" sldId="2147483708"/>
            <pc:sldLayoutMk cId="1710078605" sldId="2147483712"/>
          </pc:sldLayoutMkLst>
        </pc:sldLayoutChg>
        <pc:sldLayoutChg chg="modSp">
          <pc:chgData name="Marcos Moreno Verdu" userId="e16f21d8-7ade-4398-a799-6875fecfb860" providerId="ADAL" clId="{A7C1FE90-7E8E-4226-8FF2-F08CA7AA797E}" dt="2024-11-14T13:37:35.811" v="219"/>
          <pc:sldLayoutMkLst>
            <pc:docMk/>
            <pc:sldMasterMk cId="68236030" sldId="2147483708"/>
            <pc:sldLayoutMk cId="826607275" sldId="2147483713"/>
          </pc:sldLayoutMkLst>
        </pc:sldLayoutChg>
        <pc:sldLayoutChg chg="modSp">
          <pc:chgData name="Marcos Moreno Verdu" userId="e16f21d8-7ade-4398-a799-6875fecfb860" providerId="ADAL" clId="{A7C1FE90-7E8E-4226-8FF2-F08CA7AA797E}" dt="2024-11-14T13:37:35.811" v="219"/>
          <pc:sldLayoutMkLst>
            <pc:docMk/>
            <pc:sldMasterMk cId="68236030" sldId="2147483708"/>
            <pc:sldLayoutMk cId="2003281596" sldId="2147483716"/>
          </pc:sldLayoutMkLst>
        </pc:sldLayoutChg>
        <pc:sldLayoutChg chg="modSp">
          <pc:chgData name="Marcos Moreno Verdu" userId="e16f21d8-7ade-4398-a799-6875fecfb860" providerId="ADAL" clId="{A7C1FE90-7E8E-4226-8FF2-F08CA7AA797E}" dt="2024-11-14T13:37:35.811" v="219"/>
          <pc:sldLayoutMkLst>
            <pc:docMk/>
            <pc:sldMasterMk cId="68236030" sldId="2147483708"/>
            <pc:sldLayoutMk cId="2759314739" sldId="2147483717"/>
          </pc:sldLayoutMkLst>
        </pc:sldLayoutChg>
        <pc:sldLayoutChg chg="modSp">
          <pc:chgData name="Marcos Moreno Verdu" userId="e16f21d8-7ade-4398-a799-6875fecfb860" providerId="ADAL" clId="{A7C1FE90-7E8E-4226-8FF2-F08CA7AA797E}" dt="2024-11-14T13:37:35.811" v="219"/>
          <pc:sldLayoutMkLst>
            <pc:docMk/>
            <pc:sldMasterMk cId="68236030" sldId="2147483708"/>
            <pc:sldLayoutMk cId="423649150" sldId="2147483719"/>
          </pc:sldLayoutMkLst>
        </pc:sldLayoutChg>
      </pc:sldMasterChg>
    </pc:docChg>
  </pc:docChgLst>
  <pc:docChgLst>
    <pc:chgData name="Marcos Moreno Verdu" userId="e16f21d8-7ade-4398-a799-6875fecfb860" providerId="ADAL" clId="{90B7D3D9-A30A-43F5-BD2D-3852B9C32250}"/>
    <pc:docChg chg="undo custSel addSld delSld modSld">
      <pc:chgData name="Marcos Moreno Verdu" userId="e16f21d8-7ade-4398-a799-6875fecfb860" providerId="ADAL" clId="{90B7D3D9-A30A-43F5-BD2D-3852B9C32250}" dt="2025-06-14T13:16:07.361" v="169" actId="1037"/>
      <pc:docMkLst>
        <pc:docMk/>
      </pc:docMkLst>
      <pc:sldChg chg="delSp mod">
        <pc:chgData name="Marcos Moreno Verdu" userId="e16f21d8-7ade-4398-a799-6875fecfb860" providerId="ADAL" clId="{90B7D3D9-A30A-43F5-BD2D-3852B9C32250}" dt="2025-06-14T13:04:06.159" v="4" actId="478"/>
        <pc:sldMkLst>
          <pc:docMk/>
          <pc:sldMk cId="2953720847" sldId="331"/>
        </pc:sldMkLst>
        <pc:spChg chg="del">
          <ac:chgData name="Marcos Moreno Verdu" userId="e16f21d8-7ade-4398-a799-6875fecfb860" providerId="ADAL" clId="{90B7D3D9-A30A-43F5-BD2D-3852B9C32250}" dt="2025-06-14T13:03:58.781" v="0" actId="478"/>
          <ac:spMkLst>
            <pc:docMk/>
            <pc:sldMk cId="2953720847" sldId="331"/>
            <ac:spMk id="22" creationId="{EE3424B9-6DFE-391D-7AEF-ECB1BFC732DE}"/>
          </ac:spMkLst>
        </pc:spChg>
        <pc:spChg chg="del">
          <ac:chgData name="Marcos Moreno Verdu" userId="e16f21d8-7ade-4398-a799-6875fecfb860" providerId="ADAL" clId="{90B7D3D9-A30A-43F5-BD2D-3852B9C32250}" dt="2025-06-14T13:04:06.159" v="4" actId="478"/>
          <ac:spMkLst>
            <pc:docMk/>
            <pc:sldMk cId="2953720847" sldId="331"/>
            <ac:spMk id="23" creationId="{FE47E4D6-4A03-6CF4-CABB-C0AA6DB1627D}"/>
          </ac:spMkLst>
        </pc:spChg>
        <pc:spChg chg="del">
          <ac:chgData name="Marcos Moreno Verdu" userId="e16f21d8-7ade-4398-a799-6875fecfb860" providerId="ADAL" clId="{90B7D3D9-A30A-43F5-BD2D-3852B9C32250}" dt="2025-06-14T13:04:00.789" v="1" actId="478"/>
          <ac:spMkLst>
            <pc:docMk/>
            <pc:sldMk cId="2953720847" sldId="331"/>
            <ac:spMk id="25" creationId="{54306CD3-BF0B-647A-E1D4-15A28AD0F00C}"/>
          </ac:spMkLst>
        </pc:spChg>
        <pc:spChg chg="del">
          <ac:chgData name="Marcos Moreno Verdu" userId="e16f21d8-7ade-4398-a799-6875fecfb860" providerId="ADAL" clId="{90B7D3D9-A30A-43F5-BD2D-3852B9C32250}" dt="2025-06-14T13:04:03.181" v="2" actId="478"/>
          <ac:spMkLst>
            <pc:docMk/>
            <pc:sldMk cId="2953720847" sldId="331"/>
            <ac:spMk id="28" creationId="{48AF69EB-9D26-E7A6-68A0-1A00E52E74F6}"/>
          </ac:spMkLst>
        </pc:spChg>
        <pc:spChg chg="del">
          <ac:chgData name="Marcos Moreno Verdu" userId="e16f21d8-7ade-4398-a799-6875fecfb860" providerId="ADAL" clId="{90B7D3D9-A30A-43F5-BD2D-3852B9C32250}" dt="2025-06-14T13:04:04.467" v="3" actId="478"/>
          <ac:spMkLst>
            <pc:docMk/>
            <pc:sldMk cId="2953720847" sldId="331"/>
            <ac:spMk id="30" creationId="{1FB116B4-3BAD-F0B2-C8F1-61FEF1258245}"/>
          </ac:spMkLst>
        </pc:spChg>
      </pc:sldChg>
      <pc:sldChg chg="delSp modSp mod">
        <pc:chgData name="Marcos Moreno Verdu" userId="e16f21d8-7ade-4398-a799-6875fecfb860" providerId="ADAL" clId="{90B7D3D9-A30A-43F5-BD2D-3852B9C32250}" dt="2025-06-14T13:08:13.025" v="92" actId="1037"/>
        <pc:sldMkLst>
          <pc:docMk/>
          <pc:sldMk cId="3853677894" sldId="334"/>
        </pc:sldMkLst>
        <pc:spChg chg="mod">
          <ac:chgData name="Marcos Moreno Verdu" userId="e16f21d8-7ade-4398-a799-6875fecfb860" providerId="ADAL" clId="{90B7D3D9-A30A-43F5-BD2D-3852B9C32250}" dt="2025-06-14T13:08:13.025" v="92" actId="1037"/>
          <ac:spMkLst>
            <pc:docMk/>
            <pc:sldMk cId="3853677894" sldId="334"/>
            <ac:spMk id="16" creationId="{8BFCC382-38C1-1500-EE3A-FAFDC2211598}"/>
          </ac:spMkLst>
        </pc:spChg>
        <pc:spChg chg="mod">
          <ac:chgData name="Marcos Moreno Verdu" userId="e16f21d8-7ade-4398-a799-6875fecfb860" providerId="ADAL" clId="{90B7D3D9-A30A-43F5-BD2D-3852B9C32250}" dt="2025-06-14T13:08:13.025" v="92" actId="1037"/>
          <ac:spMkLst>
            <pc:docMk/>
            <pc:sldMk cId="3853677894" sldId="334"/>
            <ac:spMk id="21" creationId="{B574B5CB-FCE7-DBA8-CD92-75DB9D02C5D9}"/>
          </ac:spMkLst>
        </pc:spChg>
        <pc:spChg chg="mod">
          <ac:chgData name="Marcos Moreno Verdu" userId="e16f21d8-7ade-4398-a799-6875fecfb860" providerId="ADAL" clId="{90B7D3D9-A30A-43F5-BD2D-3852B9C32250}" dt="2025-06-14T13:08:09.713" v="69" actId="1038"/>
          <ac:spMkLst>
            <pc:docMk/>
            <pc:sldMk cId="3853677894" sldId="334"/>
            <ac:spMk id="23" creationId="{73EE1B19-D4F8-4985-EE31-34F3BE9C65C4}"/>
          </ac:spMkLst>
        </pc:spChg>
        <pc:spChg chg="mod">
          <ac:chgData name="Marcos Moreno Verdu" userId="e16f21d8-7ade-4398-a799-6875fecfb860" providerId="ADAL" clId="{90B7D3D9-A30A-43F5-BD2D-3852B9C32250}" dt="2025-06-14T13:08:09.713" v="69" actId="1038"/>
          <ac:spMkLst>
            <pc:docMk/>
            <pc:sldMk cId="3853677894" sldId="334"/>
            <ac:spMk id="27" creationId="{2FB8106A-7233-D321-3330-022F1E563FFB}"/>
          </ac:spMkLst>
        </pc:spChg>
        <pc:spChg chg="del">
          <ac:chgData name="Marcos Moreno Verdu" userId="e16f21d8-7ade-4398-a799-6875fecfb860" providerId="ADAL" clId="{90B7D3D9-A30A-43F5-BD2D-3852B9C32250}" dt="2025-06-14T13:07:36.840" v="28" actId="478"/>
          <ac:spMkLst>
            <pc:docMk/>
            <pc:sldMk cId="3853677894" sldId="334"/>
            <ac:spMk id="28" creationId="{067D16DB-D4B2-74DD-BC2A-0040EB86F1D2}"/>
          </ac:spMkLst>
        </pc:spChg>
        <pc:spChg chg="del">
          <ac:chgData name="Marcos Moreno Verdu" userId="e16f21d8-7ade-4398-a799-6875fecfb860" providerId="ADAL" clId="{90B7D3D9-A30A-43F5-BD2D-3852B9C32250}" dt="2025-06-14T13:07:34.992" v="27" actId="478"/>
          <ac:spMkLst>
            <pc:docMk/>
            <pc:sldMk cId="3853677894" sldId="334"/>
            <ac:spMk id="30" creationId="{B75A086C-CC90-2FD0-693A-13E303620A90}"/>
          </ac:spMkLst>
        </pc:spChg>
        <pc:spChg chg="del">
          <ac:chgData name="Marcos Moreno Verdu" userId="e16f21d8-7ade-4398-a799-6875fecfb860" providerId="ADAL" clId="{90B7D3D9-A30A-43F5-BD2D-3852B9C32250}" dt="2025-06-14T13:07:38.256" v="29" actId="478"/>
          <ac:spMkLst>
            <pc:docMk/>
            <pc:sldMk cId="3853677894" sldId="334"/>
            <ac:spMk id="31" creationId="{C57560F9-66B7-FA67-62C7-5042EBA5CC70}"/>
          </ac:spMkLst>
        </pc:spChg>
        <pc:spChg chg="mod">
          <ac:chgData name="Marcos Moreno Verdu" userId="e16f21d8-7ade-4398-a799-6875fecfb860" providerId="ADAL" clId="{90B7D3D9-A30A-43F5-BD2D-3852B9C32250}" dt="2025-06-14T13:08:13.025" v="92" actId="1037"/>
          <ac:spMkLst>
            <pc:docMk/>
            <pc:sldMk cId="3853677894" sldId="334"/>
            <ac:spMk id="32" creationId="{980618CA-D23E-E031-D5B1-94F8C16EAC21}"/>
          </ac:spMkLst>
        </pc:spChg>
        <pc:spChg chg="mod">
          <ac:chgData name="Marcos Moreno Verdu" userId="e16f21d8-7ade-4398-a799-6875fecfb860" providerId="ADAL" clId="{90B7D3D9-A30A-43F5-BD2D-3852B9C32250}" dt="2025-06-14T13:08:09.713" v="69" actId="1038"/>
          <ac:spMkLst>
            <pc:docMk/>
            <pc:sldMk cId="3853677894" sldId="334"/>
            <ac:spMk id="33" creationId="{93145976-A244-2145-6D84-7A752B4CF078}"/>
          </ac:spMkLst>
        </pc:spChg>
        <pc:spChg chg="mod">
          <ac:chgData name="Marcos Moreno Verdu" userId="e16f21d8-7ade-4398-a799-6875fecfb860" providerId="ADAL" clId="{90B7D3D9-A30A-43F5-BD2D-3852B9C32250}" dt="2025-06-14T13:08:13.025" v="92" actId="1037"/>
          <ac:spMkLst>
            <pc:docMk/>
            <pc:sldMk cId="3853677894" sldId="334"/>
            <ac:spMk id="34" creationId="{20E79DDA-C48C-C80D-A32C-D6C43AC2CC46}"/>
          </ac:spMkLst>
        </pc:spChg>
        <pc:spChg chg="mod">
          <ac:chgData name="Marcos Moreno Verdu" userId="e16f21d8-7ade-4398-a799-6875fecfb860" providerId="ADAL" clId="{90B7D3D9-A30A-43F5-BD2D-3852B9C32250}" dt="2025-06-14T13:08:13.025" v="92" actId="1037"/>
          <ac:spMkLst>
            <pc:docMk/>
            <pc:sldMk cId="3853677894" sldId="334"/>
            <ac:spMk id="35" creationId="{5BA675ED-79AE-EB27-5DAF-68B30377CCDA}"/>
          </ac:spMkLst>
        </pc:spChg>
        <pc:spChg chg="mod">
          <ac:chgData name="Marcos Moreno Verdu" userId="e16f21d8-7ade-4398-a799-6875fecfb860" providerId="ADAL" clId="{90B7D3D9-A30A-43F5-BD2D-3852B9C32250}" dt="2025-06-14T13:08:13.025" v="92" actId="1037"/>
          <ac:spMkLst>
            <pc:docMk/>
            <pc:sldMk cId="3853677894" sldId="334"/>
            <ac:spMk id="39" creationId="{055F6A0D-97E2-74D9-C81A-67A083D07230}"/>
          </ac:spMkLst>
        </pc:spChg>
        <pc:spChg chg="mod">
          <ac:chgData name="Marcos Moreno Verdu" userId="e16f21d8-7ade-4398-a799-6875fecfb860" providerId="ADAL" clId="{90B7D3D9-A30A-43F5-BD2D-3852B9C32250}" dt="2025-06-14T13:08:13.025" v="92" actId="1037"/>
          <ac:spMkLst>
            <pc:docMk/>
            <pc:sldMk cId="3853677894" sldId="334"/>
            <ac:spMk id="40" creationId="{AA7565D5-547F-6669-75BD-F8C796C7BCB3}"/>
          </ac:spMkLst>
        </pc:spChg>
        <pc:spChg chg="mod">
          <ac:chgData name="Marcos Moreno Verdu" userId="e16f21d8-7ade-4398-a799-6875fecfb860" providerId="ADAL" clId="{90B7D3D9-A30A-43F5-BD2D-3852B9C32250}" dt="2025-06-14T13:08:13.025" v="92" actId="1037"/>
          <ac:spMkLst>
            <pc:docMk/>
            <pc:sldMk cId="3853677894" sldId="334"/>
            <ac:spMk id="41" creationId="{43100A85-2242-AF15-CB0C-F0D679022FF9}"/>
          </ac:spMkLst>
        </pc:spChg>
        <pc:spChg chg="del">
          <ac:chgData name="Marcos Moreno Verdu" userId="e16f21d8-7ade-4398-a799-6875fecfb860" providerId="ADAL" clId="{90B7D3D9-A30A-43F5-BD2D-3852B9C32250}" dt="2025-06-14T13:07:27.323" v="24" actId="478"/>
          <ac:spMkLst>
            <pc:docMk/>
            <pc:sldMk cId="3853677894" sldId="334"/>
            <ac:spMk id="42" creationId="{BD0E1156-9FAA-0266-4D3B-BBEA1708BF1E}"/>
          </ac:spMkLst>
        </pc:spChg>
        <pc:spChg chg="mod">
          <ac:chgData name="Marcos Moreno Verdu" userId="e16f21d8-7ade-4398-a799-6875fecfb860" providerId="ADAL" clId="{90B7D3D9-A30A-43F5-BD2D-3852B9C32250}" dt="2025-06-14T13:08:09.713" v="69" actId="1038"/>
          <ac:spMkLst>
            <pc:docMk/>
            <pc:sldMk cId="3853677894" sldId="334"/>
            <ac:spMk id="46" creationId="{4DF59A77-62C1-BC56-7223-314C4240226A}"/>
          </ac:spMkLst>
        </pc:spChg>
        <pc:spChg chg="del">
          <ac:chgData name="Marcos Moreno Verdu" userId="e16f21d8-7ade-4398-a799-6875fecfb860" providerId="ADAL" clId="{90B7D3D9-A30A-43F5-BD2D-3852B9C32250}" dt="2025-06-14T13:07:31.497" v="26" actId="478"/>
          <ac:spMkLst>
            <pc:docMk/>
            <pc:sldMk cId="3853677894" sldId="334"/>
            <ac:spMk id="47" creationId="{1189CE1E-CF1A-35CD-9DBF-65A39A6EC35B}"/>
          </ac:spMkLst>
        </pc:spChg>
        <pc:spChg chg="del">
          <ac:chgData name="Marcos Moreno Verdu" userId="e16f21d8-7ade-4398-a799-6875fecfb860" providerId="ADAL" clId="{90B7D3D9-A30A-43F5-BD2D-3852B9C32250}" dt="2025-06-14T13:07:29.774" v="25" actId="478"/>
          <ac:spMkLst>
            <pc:docMk/>
            <pc:sldMk cId="3853677894" sldId="334"/>
            <ac:spMk id="48" creationId="{B979FAF5-4E5D-3388-96AE-7E2F47C6B2D4}"/>
          </ac:spMkLst>
        </pc:spChg>
        <pc:spChg chg="mod">
          <ac:chgData name="Marcos Moreno Verdu" userId="e16f21d8-7ade-4398-a799-6875fecfb860" providerId="ADAL" clId="{90B7D3D9-A30A-43F5-BD2D-3852B9C32250}" dt="2025-06-14T13:08:13.025" v="92" actId="1037"/>
          <ac:spMkLst>
            <pc:docMk/>
            <pc:sldMk cId="3853677894" sldId="334"/>
            <ac:spMk id="50" creationId="{7E34CA12-3EA3-1D52-B99D-3E17130550DD}"/>
          </ac:spMkLst>
        </pc:spChg>
        <pc:spChg chg="mod">
          <ac:chgData name="Marcos Moreno Verdu" userId="e16f21d8-7ade-4398-a799-6875fecfb860" providerId="ADAL" clId="{90B7D3D9-A30A-43F5-BD2D-3852B9C32250}" dt="2025-06-14T13:08:13.025" v="92" actId="1037"/>
          <ac:spMkLst>
            <pc:docMk/>
            <pc:sldMk cId="3853677894" sldId="334"/>
            <ac:spMk id="51" creationId="{742C012E-2340-4037-7998-FA8263B584F2}"/>
          </ac:spMkLst>
        </pc:spChg>
        <pc:picChg chg="mod">
          <ac:chgData name="Marcos Moreno Verdu" userId="e16f21d8-7ade-4398-a799-6875fecfb860" providerId="ADAL" clId="{90B7D3D9-A30A-43F5-BD2D-3852B9C32250}" dt="2025-06-14T13:08:09.713" v="69" actId="1038"/>
          <ac:picMkLst>
            <pc:docMk/>
            <pc:sldMk cId="3853677894" sldId="334"/>
            <ac:picMk id="3" creationId="{EA6FB40D-2910-BA2E-7AAB-F52E3B55FD09}"/>
          </ac:picMkLst>
        </pc:picChg>
      </pc:sldChg>
      <pc:sldChg chg="addSp delSp modSp mod">
        <pc:chgData name="Marcos Moreno Verdu" userId="e16f21d8-7ade-4398-a799-6875fecfb860" providerId="ADAL" clId="{90B7D3D9-A30A-43F5-BD2D-3852B9C32250}" dt="2025-06-14T13:05:38.353" v="12" actId="1076"/>
        <pc:sldMkLst>
          <pc:docMk/>
          <pc:sldMk cId="2214341160" sldId="348"/>
        </pc:sldMkLst>
        <pc:spChg chg="add mod">
          <ac:chgData name="Marcos Moreno Verdu" userId="e16f21d8-7ade-4398-a799-6875fecfb860" providerId="ADAL" clId="{90B7D3D9-A30A-43F5-BD2D-3852B9C32250}" dt="2025-06-14T13:04:16.765" v="8"/>
          <ac:spMkLst>
            <pc:docMk/>
            <pc:sldMk cId="2214341160" sldId="348"/>
            <ac:spMk id="11" creationId="{3A0FBD7A-1FEC-4290-B690-17F4A99E8933}"/>
          </ac:spMkLst>
        </pc:spChg>
        <pc:spChg chg="add mod">
          <ac:chgData name="Marcos Moreno Verdu" userId="e16f21d8-7ade-4398-a799-6875fecfb860" providerId="ADAL" clId="{90B7D3D9-A30A-43F5-BD2D-3852B9C32250}" dt="2025-06-14T13:04:16.765" v="8"/>
          <ac:spMkLst>
            <pc:docMk/>
            <pc:sldMk cId="2214341160" sldId="348"/>
            <ac:spMk id="12" creationId="{781AB201-F5D0-A10A-D872-BF9644349FCF}"/>
          </ac:spMkLst>
        </pc:spChg>
        <pc:spChg chg="add mod">
          <ac:chgData name="Marcos Moreno Verdu" userId="e16f21d8-7ade-4398-a799-6875fecfb860" providerId="ADAL" clId="{90B7D3D9-A30A-43F5-BD2D-3852B9C32250}" dt="2025-06-14T13:04:16.765" v="8"/>
          <ac:spMkLst>
            <pc:docMk/>
            <pc:sldMk cId="2214341160" sldId="348"/>
            <ac:spMk id="13" creationId="{4A3F37BD-E34C-BA03-FDE2-9F658CC81B2D}"/>
          </ac:spMkLst>
        </pc:spChg>
        <pc:spChg chg="add mod">
          <ac:chgData name="Marcos Moreno Verdu" userId="e16f21d8-7ade-4398-a799-6875fecfb860" providerId="ADAL" clId="{90B7D3D9-A30A-43F5-BD2D-3852B9C32250}" dt="2025-06-14T13:04:16.765" v="8"/>
          <ac:spMkLst>
            <pc:docMk/>
            <pc:sldMk cId="2214341160" sldId="348"/>
            <ac:spMk id="24" creationId="{66BD3EB6-583E-9B61-343B-CD36C0C1D715}"/>
          </ac:spMkLst>
        </pc:spChg>
        <pc:spChg chg="add mod">
          <ac:chgData name="Marcos Moreno Verdu" userId="e16f21d8-7ade-4398-a799-6875fecfb860" providerId="ADAL" clId="{90B7D3D9-A30A-43F5-BD2D-3852B9C32250}" dt="2025-06-14T13:04:16.765" v="8"/>
          <ac:spMkLst>
            <pc:docMk/>
            <pc:sldMk cId="2214341160" sldId="348"/>
            <ac:spMk id="25" creationId="{FDB2FE3F-6F97-A588-1A44-4487C867CCCD}"/>
          </ac:spMkLst>
        </pc:spChg>
        <pc:spChg chg="add mod">
          <ac:chgData name="Marcos Moreno Verdu" userId="e16f21d8-7ade-4398-a799-6875fecfb860" providerId="ADAL" clId="{90B7D3D9-A30A-43F5-BD2D-3852B9C32250}" dt="2025-06-14T13:04:16.765" v="8"/>
          <ac:spMkLst>
            <pc:docMk/>
            <pc:sldMk cId="2214341160" sldId="348"/>
            <ac:spMk id="27" creationId="{28A72576-BB30-80BE-DC5B-1B4DF12AA933}"/>
          </ac:spMkLst>
        </pc:spChg>
        <pc:spChg chg="add mod">
          <ac:chgData name="Marcos Moreno Verdu" userId="e16f21d8-7ade-4398-a799-6875fecfb860" providerId="ADAL" clId="{90B7D3D9-A30A-43F5-BD2D-3852B9C32250}" dt="2025-06-14T13:04:16.765" v="8"/>
          <ac:spMkLst>
            <pc:docMk/>
            <pc:sldMk cId="2214341160" sldId="348"/>
            <ac:spMk id="28" creationId="{98CB9264-F266-7C7E-B855-5393976F9C23}"/>
          </ac:spMkLst>
        </pc:spChg>
        <pc:spChg chg="add mod">
          <ac:chgData name="Marcos Moreno Verdu" userId="e16f21d8-7ade-4398-a799-6875fecfb860" providerId="ADAL" clId="{90B7D3D9-A30A-43F5-BD2D-3852B9C32250}" dt="2025-06-14T13:04:16.765" v="8"/>
          <ac:spMkLst>
            <pc:docMk/>
            <pc:sldMk cId="2214341160" sldId="348"/>
            <ac:spMk id="29" creationId="{CDF42080-02AF-E4A0-9E0E-AE7048A18BDC}"/>
          </ac:spMkLst>
        </pc:spChg>
        <pc:spChg chg="add mod">
          <ac:chgData name="Marcos Moreno Verdu" userId="e16f21d8-7ade-4398-a799-6875fecfb860" providerId="ADAL" clId="{90B7D3D9-A30A-43F5-BD2D-3852B9C32250}" dt="2025-06-14T13:04:16.765" v="8"/>
          <ac:spMkLst>
            <pc:docMk/>
            <pc:sldMk cId="2214341160" sldId="348"/>
            <ac:spMk id="30" creationId="{C4AACCBC-DEBC-6923-3599-64A5891F12E6}"/>
          </ac:spMkLst>
        </pc:spChg>
        <pc:spChg chg="add mod">
          <ac:chgData name="Marcos Moreno Verdu" userId="e16f21d8-7ade-4398-a799-6875fecfb860" providerId="ADAL" clId="{90B7D3D9-A30A-43F5-BD2D-3852B9C32250}" dt="2025-06-14T13:04:16.765" v="8"/>
          <ac:spMkLst>
            <pc:docMk/>
            <pc:sldMk cId="2214341160" sldId="348"/>
            <ac:spMk id="38" creationId="{F23BD2CA-2AEC-9752-2745-14E1514BC80E}"/>
          </ac:spMkLst>
        </pc:spChg>
        <pc:spChg chg="del">
          <ac:chgData name="Marcos Moreno Verdu" userId="e16f21d8-7ade-4398-a799-6875fecfb860" providerId="ADAL" clId="{90B7D3D9-A30A-43F5-BD2D-3852B9C32250}" dt="2025-06-14T13:04:15.365" v="7" actId="478"/>
          <ac:spMkLst>
            <pc:docMk/>
            <pc:sldMk cId="2214341160" sldId="348"/>
            <ac:spMk id="56" creationId="{22FB8FA2-2B81-B056-67FF-DE29499BBC48}"/>
          </ac:spMkLst>
        </pc:spChg>
        <pc:picChg chg="del">
          <ac:chgData name="Marcos Moreno Verdu" userId="e16f21d8-7ade-4398-a799-6875fecfb860" providerId="ADAL" clId="{90B7D3D9-A30A-43F5-BD2D-3852B9C32250}" dt="2025-06-14T13:04:12.799" v="6" actId="478"/>
          <ac:picMkLst>
            <pc:docMk/>
            <pc:sldMk cId="2214341160" sldId="348"/>
            <ac:picMk id="3" creationId="{3E97FB09-A400-FD21-B67C-00F0DC52960D}"/>
          </ac:picMkLst>
        </pc:picChg>
        <pc:picChg chg="add mod">
          <ac:chgData name="Marcos Moreno Verdu" userId="e16f21d8-7ade-4398-a799-6875fecfb860" providerId="ADAL" clId="{90B7D3D9-A30A-43F5-BD2D-3852B9C32250}" dt="2025-06-14T13:05:38.353" v="12" actId="1076"/>
          <ac:picMkLst>
            <pc:docMk/>
            <pc:sldMk cId="2214341160" sldId="348"/>
            <ac:picMk id="43" creationId="{BBC8D58E-B280-0F17-3A71-A9B3D5F08E46}"/>
          </ac:picMkLst>
        </pc:picChg>
        <pc:picChg chg="del">
          <ac:chgData name="Marcos Moreno Verdu" userId="e16f21d8-7ade-4398-a799-6875fecfb860" providerId="ADAL" clId="{90B7D3D9-A30A-43F5-BD2D-3852B9C32250}" dt="2025-06-14T13:04:12.310" v="5" actId="478"/>
          <ac:picMkLst>
            <pc:docMk/>
            <pc:sldMk cId="2214341160" sldId="348"/>
            <ac:picMk id="52" creationId="{D7F7D70A-C0D6-12C4-16DA-E10A11B1B460}"/>
          </ac:picMkLst>
        </pc:picChg>
      </pc:sldChg>
      <pc:sldChg chg="addSp delSp modSp mod">
        <pc:chgData name="Marcos Moreno Verdu" userId="e16f21d8-7ade-4398-a799-6875fecfb860" providerId="ADAL" clId="{90B7D3D9-A30A-43F5-BD2D-3852B9C32250}" dt="2025-06-14T13:08:37.154" v="101" actId="1076"/>
        <pc:sldMkLst>
          <pc:docMk/>
          <pc:sldMk cId="2030899579" sldId="349"/>
        </pc:sldMkLst>
        <pc:spChg chg="del">
          <ac:chgData name="Marcos Moreno Verdu" userId="e16f21d8-7ade-4398-a799-6875fecfb860" providerId="ADAL" clId="{90B7D3D9-A30A-43F5-BD2D-3852B9C32250}" dt="2025-06-14T13:07:44.660" v="30" actId="478"/>
          <ac:spMkLst>
            <pc:docMk/>
            <pc:sldMk cId="2030899579" sldId="349"/>
            <ac:spMk id="55" creationId="{4DAF8F6D-0FA0-61F6-7C5D-8260A6C66E27}"/>
          </ac:spMkLst>
        </pc:spChg>
        <pc:picChg chg="del">
          <ac:chgData name="Marcos Moreno Verdu" userId="e16f21d8-7ade-4398-a799-6875fecfb860" providerId="ADAL" clId="{90B7D3D9-A30A-43F5-BD2D-3852B9C32250}" dt="2025-06-14T13:07:45.791" v="31" actId="478"/>
          <ac:picMkLst>
            <pc:docMk/>
            <pc:sldMk cId="2030899579" sldId="349"/>
            <ac:picMk id="2" creationId="{3DFADA98-5197-2D5A-C213-9E90E20F7133}"/>
          </ac:picMkLst>
        </pc:picChg>
        <pc:picChg chg="add del mod">
          <ac:chgData name="Marcos Moreno Verdu" userId="e16f21d8-7ade-4398-a799-6875fecfb860" providerId="ADAL" clId="{90B7D3D9-A30A-43F5-BD2D-3852B9C32250}" dt="2025-06-14T13:08:16.851" v="93" actId="478"/>
          <ac:picMkLst>
            <pc:docMk/>
            <pc:sldMk cId="2030899579" sldId="349"/>
            <ac:picMk id="3" creationId="{CC461245-9165-59CD-E2D6-7DC0C7A00D0E}"/>
          </ac:picMkLst>
        </pc:picChg>
        <pc:picChg chg="add mod">
          <ac:chgData name="Marcos Moreno Verdu" userId="e16f21d8-7ade-4398-a799-6875fecfb860" providerId="ADAL" clId="{90B7D3D9-A30A-43F5-BD2D-3852B9C32250}" dt="2025-06-14T13:08:37.154" v="101" actId="1076"/>
          <ac:picMkLst>
            <pc:docMk/>
            <pc:sldMk cId="2030899579" sldId="349"/>
            <ac:picMk id="4" creationId="{7693CF5E-79D3-EA43-180E-9008ADE36AF9}"/>
          </ac:picMkLst>
        </pc:picChg>
        <pc:picChg chg="del">
          <ac:chgData name="Marcos Moreno Verdu" userId="e16f21d8-7ade-4398-a799-6875fecfb860" providerId="ADAL" clId="{90B7D3D9-A30A-43F5-BD2D-3852B9C32250}" dt="2025-06-14T13:07:46.172" v="32" actId="478"/>
          <ac:picMkLst>
            <pc:docMk/>
            <pc:sldMk cId="2030899579" sldId="349"/>
            <ac:picMk id="53" creationId="{05A2CFB0-262D-C308-9015-E33CC345B6BF}"/>
          </ac:picMkLst>
        </pc:picChg>
      </pc:sldChg>
      <pc:sldChg chg="delSp modSp mod">
        <pc:chgData name="Marcos Moreno Verdu" userId="e16f21d8-7ade-4398-a799-6875fecfb860" providerId="ADAL" clId="{90B7D3D9-A30A-43F5-BD2D-3852B9C32250}" dt="2025-06-14T13:06:34.787" v="17" actId="478"/>
        <pc:sldMkLst>
          <pc:docMk/>
          <pc:sldMk cId="3236084265" sldId="371"/>
        </pc:sldMkLst>
        <pc:spChg chg="del mod">
          <ac:chgData name="Marcos Moreno Verdu" userId="e16f21d8-7ade-4398-a799-6875fecfb860" providerId="ADAL" clId="{90B7D3D9-A30A-43F5-BD2D-3852B9C32250}" dt="2025-06-14T13:06:30.487" v="14" actId="478"/>
          <ac:spMkLst>
            <pc:docMk/>
            <pc:sldMk cId="3236084265" sldId="371"/>
            <ac:spMk id="10" creationId="{8794BDE7-BC81-0A8C-118C-718E7FD18002}"/>
          </ac:spMkLst>
        </pc:spChg>
        <pc:spChg chg="del">
          <ac:chgData name="Marcos Moreno Verdu" userId="e16f21d8-7ade-4398-a799-6875fecfb860" providerId="ADAL" clId="{90B7D3D9-A30A-43F5-BD2D-3852B9C32250}" dt="2025-06-14T13:06:34.787" v="17" actId="478"/>
          <ac:spMkLst>
            <pc:docMk/>
            <pc:sldMk cId="3236084265" sldId="371"/>
            <ac:spMk id="11" creationId="{30607A42-0D40-1EFF-4447-B1B75D61C42E}"/>
          </ac:spMkLst>
        </pc:spChg>
        <pc:spChg chg="del">
          <ac:chgData name="Marcos Moreno Verdu" userId="e16f21d8-7ade-4398-a799-6875fecfb860" providerId="ADAL" clId="{90B7D3D9-A30A-43F5-BD2D-3852B9C32250}" dt="2025-06-14T13:06:31.916" v="15" actId="478"/>
          <ac:spMkLst>
            <pc:docMk/>
            <pc:sldMk cId="3236084265" sldId="371"/>
            <ac:spMk id="22" creationId="{EE3424B9-6DFE-391D-7AEF-ECB1BFC732DE}"/>
          </ac:spMkLst>
        </pc:spChg>
        <pc:spChg chg="del">
          <ac:chgData name="Marcos Moreno Verdu" userId="e16f21d8-7ade-4398-a799-6875fecfb860" providerId="ADAL" clId="{90B7D3D9-A30A-43F5-BD2D-3852B9C32250}" dt="2025-06-14T13:06:33.126" v="16" actId="478"/>
          <ac:spMkLst>
            <pc:docMk/>
            <pc:sldMk cId="3236084265" sldId="371"/>
            <ac:spMk id="25" creationId="{54306CD3-BF0B-647A-E1D4-15A28AD0F00C}"/>
          </ac:spMkLst>
        </pc:spChg>
      </pc:sldChg>
      <pc:sldChg chg="addSp delSp modSp mod">
        <pc:chgData name="Marcos Moreno Verdu" userId="e16f21d8-7ade-4398-a799-6875fecfb860" providerId="ADAL" clId="{90B7D3D9-A30A-43F5-BD2D-3852B9C32250}" dt="2025-06-14T13:06:55.831" v="23" actId="1076"/>
        <pc:sldMkLst>
          <pc:docMk/>
          <pc:sldMk cId="1269934997" sldId="372"/>
        </pc:sldMkLst>
        <pc:spChg chg="del">
          <ac:chgData name="Marcos Moreno Verdu" userId="e16f21d8-7ade-4398-a799-6875fecfb860" providerId="ADAL" clId="{90B7D3D9-A30A-43F5-BD2D-3852B9C32250}" dt="2025-06-14T13:06:40.047" v="18" actId="478"/>
          <ac:spMkLst>
            <pc:docMk/>
            <pc:sldMk cId="1269934997" sldId="372"/>
            <ac:spMk id="3" creationId="{16CBC9E4-5E91-28E5-44D2-3796C7C04EBA}"/>
          </ac:spMkLst>
        </pc:spChg>
        <pc:picChg chg="del">
          <ac:chgData name="Marcos Moreno Verdu" userId="e16f21d8-7ade-4398-a799-6875fecfb860" providerId="ADAL" clId="{90B7D3D9-A30A-43F5-BD2D-3852B9C32250}" dt="2025-06-14T13:06:40.665" v="19" actId="478"/>
          <ac:picMkLst>
            <pc:docMk/>
            <pc:sldMk cId="1269934997" sldId="372"/>
            <ac:picMk id="2" creationId="{890621A1-79BF-0F93-CD02-03DE5198F3EE}"/>
          </ac:picMkLst>
        </pc:picChg>
        <pc:picChg chg="del">
          <ac:chgData name="Marcos Moreno Verdu" userId="e16f21d8-7ade-4398-a799-6875fecfb860" providerId="ADAL" clId="{90B7D3D9-A30A-43F5-BD2D-3852B9C32250}" dt="2025-06-14T13:06:41.111" v="20" actId="478"/>
          <ac:picMkLst>
            <pc:docMk/>
            <pc:sldMk cId="1269934997" sldId="372"/>
            <ac:picMk id="4" creationId="{263FD5B8-43E4-E459-3223-96EE5407B1FA}"/>
          </ac:picMkLst>
        </pc:picChg>
        <pc:picChg chg="add mod">
          <ac:chgData name="Marcos Moreno Verdu" userId="e16f21d8-7ade-4398-a799-6875fecfb860" providerId="ADAL" clId="{90B7D3D9-A30A-43F5-BD2D-3852B9C32250}" dt="2025-06-14T13:06:55.831" v="23" actId="1076"/>
          <ac:picMkLst>
            <pc:docMk/>
            <pc:sldMk cId="1269934997" sldId="372"/>
            <ac:picMk id="5" creationId="{910C5FE6-A0C4-CD60-46C0-7E3781A06423}"/>
          </ac:picMkLst>
        </pc:picChg>
      </pc:sldChg>
      <pc:sldChg chg="addSp delSp modSp mod">
        <pc:chgData name="Marcos Moreno Verdu" userId="e16f21d8-7ade-4398-a799-6875fecfb860" providerId="ADAL" clId="{90B7D3D9-A30A-43F5-BD2D-3852B9C32250}" dt="2025-06-14T13:09:59.548" v="117" actId="1076"/>
        <pc:sldMkLst>
          <pc:docMk/>
          <pc:sldMk cId="3495032205" sldId="373"/>
        </pc:sldMkLst>
        <pc:spChg chg="del">
          <ac:chgData name="Marcos Moreno Verdu" userId="e16f21d8-7ade-4398-a799-6875fecfb860" providerId="ADAL" clId="{90B7D3D9-A30A-43F5-BD2D-3852B9C32250}" dt="2025-06-14T13:09:08.431" v="105" actId="478"/>
          <ac:spMkLst>
            <pc:docMk/>
            <pc:sldMk cId="3495032205" sldId="373"/>
            <ac:spMk id="4" creationId="{3F3D7ECD-0593-4A1C-0130-88F12809911D}"/>
          </ac:spMkLst>
        </pc:spChg>
        <pc:spChg chg="del">
          <ac:chgData name="Marcos Moreno Verdu" userId="e16f21d8-7ade-4398-a799-6875fecfb860" providerId="ADAL" clId="{90B7D3D9-A30A-43F5-BD2D-3852B9C32250}" dt="2025-06-14T13:09:08.431" v="105" actId="478"/>
          <ac:spMkLst>
            <pc:docMk/>
            <pc:sldMk cId="3495032205" sldId="373"/>
            <ac:spMk id="10" creationId="{8794BDE7-BC81-0A8C-118C-718E7FD18002}"/>
          </ac:spMkLst>
        </pc:spChg>
        <pc:spChg chg="del">
          <ac:chgData name="Marcos Moreno Verdu" userId="e16f21d8-7ade-4398-a799-6875fecfb860" providerId="ADAL" clId="{90B7D3D9-A30A-43F5-BD2D-3852B9C32250}" dt="2025-06-14T13:09:08.431" v="105" actId="478"/>
          <ac:spMkLst>
            <pc:docMk/>
            <pc:sldMk cId="3495032205" sldId="373"/>
            <ac:spMk id="11" creationId="{30607A42-0D40-1EFF-4447-B1B75D61C42E}"/>
          </ac:spMkLst>
        </pc:spChg>
        <pc:spChg chg="del">
          <ac:chgData name="Marcos Moreno Verdu" userId="e16f21d8-7ade-4398-a799-6875fecfb860" providerId="ADAL" clId="{90B7D3D9-A30A-43F5-BD2D-3852B9C32250}" dt="2025-06-14T13:08:58.321" v="102" actId="478"/>
          <ac:spMkLst>
            <pc:docMk/>
            <pc:sldMk cId="3495032205" sldId="373"/>
            <ac:spMk id="12" creationId="{215FDC12-96C7-30D5-C8CD-84F8862E6326}"/>
          </ac:spMkLst>
        </pc:spChg>
        <pc:spChg chg="add del mod">
          <ac:chgData name="Marcos Moreno Verdu" userId="e16f21d8-7ade-4398-a799-6875fecfb860" providerId="ADAL" clId="{90B7D3D9-A30A-43F5-BD2D-3852B9C32250}" dt="2025-06-14T13:09:45.008" v="114" actId="478"/>
          <ac:spMkLst>
            <pc:docMk/>
            <pc:sldMk cId="3495032205" sldId="373"/>
            <ac:spMk id="15" creationId="{04DA100A-B406-E70D-5EDE-63CC4F196A53}"/>
          </ac:spMkLst>
        </pc:spChg>
        <pc:spChg chg="add del mod">
          <ac:chgData name="Marcos Moreno Verdu" userId="e16f21d8-7ade-4398-a799-6875fecfb860" providerId="ADAL" clId="{90B7D3D9-A30A-43F5-BD2D-3852B9C32250}" dt="2025-06-14T13:09:45.008" v="114" actId="478"/>
          <ac:spMkLst>
            <pc:docMk/>
            <pc:sldMk cId="3495032205" sldId="373"/>
            <ac:spMk id="16" creationId="{7B5983E8-0407-1E52-F624-ED90BB45E797}"/>
          </ac:spMkLst>
        </pc:spChg>
        <pc:spChg chg="del">
          <ac:chgData name="Marcos Moreno Verdu" userId="e16f21d8-7ade-4398-a799-6875fecfb860" providerId="ADAL" clId="{90B7D3D9-A30A-43F5-BD2D-3852B9C32250}" dt="2025-06-14T13:09:08.431" v="105" actId="478"/>
          <ac:spMkLst>
            <pc:docMk/>
            <pc:sldMk cId="3495032205" sldId="373"/>
            <ac:spMk id="22" creationId="{EE3424B9-6DFE-391D-7AEF-ECB1BFC732DE}"/>
          </ac:spMkLst>
        </pc:spChg>
        <pc:spChg chg="del">
          <ac:chgData name="Marcos Moreno Verdu" userId="e16f21d8-7ade-4398-a799-6875fecfb860" providerId="ADAL" clId="{90B7D3D9-A30A-43F5-BD2D-3852B9C32250}" dt="2025-06-14T13:09:08.431" v="105" actId="478"/>
          <ac:spMkLst>
            <pc:docMk/>
            <pc:sldMk cId="3495032205" sldId="373"/>
            <ac:spMk id="25" creationId="{54306CD3-BF0B-647A-E1D4-15A28AD0F00C}"/>
          </ac:spMkLst>
        </pc:spChg>
        <pc:spChg chg="add del mod">
          <ac:chgData name="Marcos Moreno Verdu" userId="e16f21d8-7ade-4398-a799-6875fecfb860" providerId="ADAL" clId="{90B7D3D9-A30A-43F5-BD2D-3852B9C32250}" dt="2025-06-14T13:09:45.008" v="114" actId="478"/>
          <ac:spMkLst>
            <pc:docMk/>
            <pc:sldMk cId="3495032205" sldId="373"/>
            <ac:spMk id="30" creationId="{1B9840CE-0F28-A8A6-FB07-C148B8E0F31B}"/>
          </ac:spMkLst>
        </pc:spChg>
        <pc:spChg chg="add del mod">
          <ac:chgData name="Marcos Moreno Verdu" userId="e16f21d8-7ade-4398-a799-6875fecfb860" providerId="ADAL" clId="{90B7D3D9-A30A-43F5-BD2D-3852B9C32250}" dt="2025-06-14T13:09:45.008" v="114" actId="478"/>
          <ac:spMkLst>
            <pc:docMk/>
            <pc:sldMk cId="3495032205" sldId="373"/>
            <ac:spMk id="31" creationId="{664FB41C-4F3B-C3E9-5E51-D17BED40D07F}"/>
          </ac:spMkLst>
        </pc:spChg>
        <pc:spChg chg="add del mod">
          <ac:chgData name="Marcos Moreno Verdu" userId="e16f21d8-7ade-4398-a799-6875fecfb860" providerId="ADAL" clId="{90B7D3D9-A30A-43F5-BD2D-3852B9C32250}" dt="2025-06-14T13:09:45.008" v="114" actId="478"/>
          <ac:spMkLst>
            <pc:docMk/>
            <pc:sldMk cId="3495032205" sldId="373"/>
            <ac:spMk id="32" creationId="{7730D840-F33E-FB06-591E-53ADDC2DAAF3}"/>
          </ac:spMkLst>
        </pc:spChg>
        <pc:spChg chg="add del mod">
          <ac:chgData name="Marcos Moreno Verdu" userId="e16f21d8-7ade-4398-a799-6875fecfb860" providerId="ADAL" clId="{90B7D3D9-A30A-43F5-BD2D-3852B9C32250}" dt="2025-06-14T13:09:45.008" v="114" actId="478"/>
          <ac:spMkLst>
            <pc:docMk/>
            <pc:sldMk cId="3495032205" sldId="373"/>
            <ac:spMk id="33" creationId="{5C021C64-C33C-77E3-FBEE-D2D631F97C5D}"/>
          </ac:spMkLst>
        </pc:spChg>
        <pc:spChg chg="add del mod">
          <ac:chgData name="Marcos Moreno Verdu" userId="e16f21d8-7ade-4398-a799-6875fecfb860" providerId="ADAL" clId="{90B7D3D9-A30A-43F5-BD2D-3852B9C32250}" dt="2025-06-14T13:09:45.008" v="114" actId="478"/>
          <ac:spMkLst>
            <pc:docMk/>
            <pc:sldMk cId="3495032205" sldId="373"/>
            <ac:spMk id="34" creationId="{044FE1C7-5C2A-6780-BCD3-12C91977B717}"/>
          </ac:spMkLst>
        </pc:spChg>
        <pc:spChg chg="add del mod">
          <ac:chgData name="Marcos Moreno Verdu" userId="e16f21d8-7ade-4398-a799-6875fecfb860" providerId="ADAL" clId="{90B7D3D9-A30A-43F5-BD2D-3852B9C32250}" dt="2025-06-14T13:09:45.008" v="114" actId="478"/>
          <ac:spMkLst>
            <pc:docMk/>
            <pc:sldMk cId="3495032205" sldId="373"/>
            <ac:spMk id="35" creationId="{7C10622E-7BA6-F2AB-0FE1-DEFA3C745360}"/>
          </ac:spMkLst>
        </pc:spChg>
        <pc:spChg chg="add del mod">
          <ac:chgData name="Marcos Moreno Verdu" userId="e16f21d8-7ade-4398-a799-6875fecfb860" providerId="ADAL" clId="{90B7D3D9-A30A-43F5-BD2D-3852B9C32250}" dt="2025-06-14T13:09:45.008" v="114" actId="478"/>
          <ac:spMkLst>
            <pc:docMk/>
            <pc:sldMk cId="3495032205" sldId="373"/>
            <ac:spMk id="36" creationId="{16E4DA99-AC93-3BDA-DD04-4589FD9F1658}"/>
          </ac:spMkLst>
        </pc:spChg>
        <pc:picChg chg="add mod">
          <ac:chgData name="Marcos Moreno Verdu" userId="e16f21d8-7ade-4398-a799-6875fecfb860" providerId="ADAL" clId="{90B7D3D9-A30A-43F5-BD2D-3852B9C32250}" dt="2025-06-14T13:09:25.065" v="108" actId="1076"/>
          <ac:picMkLst>
            <pc:docMk/>
            <pc:sldMk cId="3495032205" sldId="373"/>
            <ac:picMk id="2" creationId="{4A595C1D-6A84-FF9E-6FDF-938E043212F9}"/>
          </ac:picMkLst>
        </pc:picChg>
        <pc:picChg chg="add del mod">
          <ac:chgData name="Marcos Moreno Verdu" userId="e16f21d8-7ade-4398-a799-6875fecfb860" providerId="ADAL" clId="{90B7D3D9-A30A-43F5-BD2D-3852B9C32250}" dt="2025-06-14T13:09:45.008" v="114" actId="478"/>
          <ac:picMkLst>
            <pc:docMk/>
            <pc:sldMk cId="3495032205" sldId="373"/>
            <ac:picMk id="5" creationId="{BE6F3922-9AE7-A466-7ABC-767604078174}"/>
          </ac:picMkLst>
        </pc:picChg>
        <pc:picChg chg="del">
          <ac:chgData name="Marcos Moreno Verdu" userId="e16f21d8-7ade-4398-a799-6875fecfb860" providerId="ADAL" clId="{90B7D3D9-A30A-43F5-BD2D-3852B9C32250}" dt="2025-06-14T13:09:06.249" v="103" actId="478"/>
          <ac:picMkLst>
            <pc:docMk/>
            <pc:sldMk cId="3495032205" sldId="373"/>
            <ac:picMk id="17" creationId="{42A25633-2695-8E8E-6400-53690DFB89C6}"/>
          </ac:picMkLst>
        </pc:picChg>
        <pc:picChg chg="del">
          <ac:chgData name="Marcos Moreno Verdu" userId="e16f21d8-7ade-4398-a799-6875fecfb860" providerId="ADAL" clId="{90B7D3D9-A30A-43F5-BD2D-3852B9C32250}" dt="2025-06-14T13:09:06.727" v="104" actId="478"/>
          <ac:picMkLst>
            <pc:docMk/>
            <pc:sldMk cId="3495032205" sldId="373"/>
            <ac:picMk id="18" creationId="{F32DBD39-5FE2-A371-0560-EDA20815399A}"/>
          </ac:picMkLst>
        </pc:picChg>
        <pc:picChg chg="add mod">
          <ac:chgData name="Marcos Moreno Verdu" userId="e16f21d8-7ade-4398-a799-6875fecfb860" providerId="ADAL" clId="{90B7D3D9-A30A-43F5-BD2D-3852B9C32250}" dt="2025-06-14T13:09:59.548" v="117" actId="1076"/>
          <ac:picMkLst>
            <pc:docMk/>
            <pc:sldMk cId="3495032205" sldId="373"/>
            <ac:picMk id="37" creationId="{7171ED07-EA11-5E23-B35A-F6C877A2C34C}"/>
          </ac:picMkLst>
        </pc:picChg>
      </pc:sldChg>
      <pc:sldChg chg="addSp delSp modSp mod">
        <pc:chgData name="Marcos Moreno Verdu" userId="e16f21d8-7ade-4398-a799-6875fecfb860" providerId="ADAL" clId="{90B7D3D9-A30A-43F5-BD2D-3852B9C32250}" dt="2025-06-14T13:10:17.214" v="121" actId="1076"/>
        <pc:sldMkLst>
          <pc:docMk/>
          <pc:sldMk cId="3649967103" sldId="374"/>
        </pc:sldMkLst>
        <pc:spChg chg="del">
          <ac:chgData name="Marcos Moreno Verdu" userId="e16f21d8-7ade-4398-a799-6875fecfb860" providerId="ADAL" clId="{90B7D3D9-A30A-43F5-BD2D-3852B9C32250}" dt="2025-06-14T13:10:04.994" v="118" actId="478"/>
          <ac:spMkLst>
            <pc:docMk/>
            <pc:sldMk cId="3649967103" sldId="374"/>
            <ac:spMk id="2" creationId="{1FB66F0A-7E73-69F0-9FDA-04B40E30E49E}"/>
          </ac:spMkLst>
        </pc:spChg>
        <pc:picChg chg="del">
          <ac:chgData name="Marcos Moreno Verdu" userId="e16f21d8-7ade-4398-a799-6875fecfb860" providerId="ADAL" clId="{90B7D3D9-A30A-43F5-BD2D-3852B9C32250}" dt="2025-06-14T13:10:04.994" v="118" actId="478"/>
          <ac:picMkLst>
            <pc:docMk/>
            <pc:sldMk cId="3649967103" sldId="374"/>
            <ac:picMk id="3" creationId="{BF2AC6BB-3489-B29D-04CE-DBC0BC84D80B}"/>
          </ac:picMkLst>
        </pc:picChg>
        <pc:picChg chg="del">
          <ac:chgData name="Marcos Moreno Verdu" userId="e16f21d8-7ade-4398-a799-6875fecfb860" providerId="ADAL" clId="{90B7D3D9-A30A-43F5-BD2D-3852B9C32250}" dt="2025-06-14T13:10:04.994" v="118" actId="478"/>
          <ac:picMkLst>
            <pc:docMk/>
            <pc:sldMk cId="3649967103" sldId="374"/>
            <ac:picMk id="4" creationId="{1EEE4FE3-DE61-0FAD-EA2E-74CDFCAA08F8}"/>
          </ac:picMkLst>
        </pc:picChg>
        <pc:picChg chg="add mod">
          <ac:chgData name="Marcos Moreno Verdu" userId="e16f21d8-7ade-4398-a799-6875fecfb860" providerId="ADAL" clId="{90B7D3D9-A30A-43F5-BD2D-3852B9C32250}" dt="2025-06-14T13:10:17.214" v="121" actId="1076"/>
          <ac:picMkLst>
            <pc:docMk/>
            <pc:sldMk cId="3649967103" sldId="374"/>
            <ac:picMk id="5" creationId="{FE5D01A5-2EBB-1790-20BB-DD4EE54992BF}"/>
          </ac:picMkLst>
        </pc:picChg>
      </pc:sldChg>
      <pc:sldChg chg="del">
        <pc:chgData name="Marcos Moreno Verdu" userId="e16f21d8-7ade-4398-a799-6875fecfb860" providerId="ADAL" clId="{90B7D3D9-A30A-43F5-BD2D-3852B9C32250}" dt="2025-06-14T13:14:29.752" v="123" actId="47"/>
        <pc:sldMkLst>
          <pc:docMk/>
          <pc:sldMk cId="3873956037" sldId="380"/>
        </pc:sldMkLst>
      </pc:sldChg>
      <pc:sldChg chg="del">
        <pc:chgData name="Marcos Moreno Verdu" userId="e16f21d8-7ade-4398-a799-6875fecfb860" providerId="ADAL" clId="{90B7D3D9-A30A-43F5-BD2D-3852B9C32250}" dt="2025-06-14T13:14:31.697" v="124" actId="47"/>
        <pc:sldMkLst>
          <pc:docMk/>
          <pc:sldMk cId="1359484712" sldId="381"/>
        </pc:sldMkLst>
      </pc:sldChg>
      <pc:sldChg chg="modSp add mod">
        <pc:chgData name="Marcos Moreno Verdu" userId="e16f21d8-7ade-4398-a799-6875fecfb860" providerId="ADAL" clId="{90B7D3D9-A30A-43F5-BD2D-3852B9C32250}" dt="2025-06-14T13:14:56.486" v="128" actId="1076"/>
        <pc:sldMkLst>
          <pc:docMk/>
          <pc:sldMk cId="2987756408" sldId="386"/>
        </pc:sldMkLst>
        <pc:picChg chg="mod modCrop">
          <ac:chgData name="Marcos Moreno Verdu" userId="e16f21d8-7ade-4398-a799-6875fecfb860" providerId="ADAL" clId="{90B7D3D9-A30A-43F5-BD2D-3852B9C32250}" dt="2025-06-14T13:14:56.486" v="128" actId="1076"/>
          <ac:picMkLst>
            <pc:docMk/>
            <pc:sldMk cId="2987756408" sldId="386"/>
            <ac:picMk id="43" creationId="{EF7E5F17-94E0-D803-D3F6-3FF2B36DAA22}"/>
          </ac:picMkLst>
        </pc:picChg>
      </pc:sldChg>
      <pc:sldChg chg="modSp add mod">
        <pc:chgData name="Marcos Moreno Verdu" userId="e16f21d8-7ade-4398-a799-6875fecfb860" providerId="ADAL" clId="{90B7D3D9-A30A-43F5-BD2D-3852B9C32250}" dt="2025-06-14T13:16:07.361" v="169" actId="1037"/>
        <pc:sldMkLst>
          <pc:docMk/>
          <pc:sldMk cId="4033321989" sldId="387"/>
        </pc:sldMkLst>
        <pc:picChg chg="mod modCrop">
          <ac:chgData name="Marcos Moreno Verdu" userId="e16f21d8-7ade-4398-a799-6875fecfb860" providerId="ADAL" clId="{90B7D3D9-A30A-43F5-BD2D-3852B9C32250}" dt="2025-06-14T13:16:07.361" v="169" actId="1037"/>
          <ac:picMkLst>
            <pc:docMk/>
            <pc:sldMk cId="4033321989" sldId="387"/>
            <ac:picMk id="43" creationId="{D58DB07B-4A6C-053C-F6C7-2589AAF88A97}"/>
          </ac:picMkLst>
        </pc:picChg>
      </pc:sldChg>
      <pc:sldChg chg="modSp add mod">
        <pc:chgData name="Marcos Moreno Verdu" userId="e16f21d8-7ade-4398-a799-6875fecfb860" providerId="ADAL" clId="{90B7D3D9-A30A-43F5-BD2D-3852B9C32250}" dt="2025-06-14T13:15:46.636" v="136" actId="196"/>
        <pc:sldMkLst>
          <pc:docMk/>
          <pc:sldMk cId="2300403353" sldId="388"/>
        </pc:sldMkLst>
        <pc:picChg chg="mod">
          <ac:chgData name="Marcos Moreno Verdu" userId="e16f21d8-7ade-4398-a799-6875fecfb860" providerId="ADAL" clId="{90B7D3D9-A30A-43F5-BD2D-3852B9C32250}" dt="2025-06-14T13:15:46.636" v="136" actId="196"/>
          <ac:picMkLst>
            <pc:docMk/>
            <pc:sldMk cId="2300403353" sldId="388"/>
            <ac:picMk id="43" creationId="{743F4FCB-AA1B-53BC-8195-4B931A179036}"/>
          </ac:picMkLst>
        </pc:picChg>
      </pc:sldChg>
      <pc:sldChg chg="modSp add mod">
        <pc:chgData name="Marcos Moreno Verdu" userId="e16f21d8-7ade-4398-a799-6875fecfb860" providerId="ADAL" clId="{90B7D3D9-A30A-43F5-BD2D-3852B9C32250}" dt="2025-06-14T13:16:01.831" v="163" actId="1038"/>
        <pc:sldMkLst>
          <pc:docMk/>
          <pc:sldMk cId="1445661471" sldId="389"/>
        </pc:sldMkLst>
        <pc:picChg chg="mod">
          <ac:chgData name="Marcos Moreno Verdu" userId="e16f21d8-7ade-4398-a799-6875fecfb860" providerId="ADAL" clId="{90B7D3D9-A30A-43F5-BD2D-3852B9C32250}" dt="2025-06-14T13:16:01.831" v="163" actId="1038"/>
          <ac:picMkLst>
            <pc:docMk/>
            <pc:sldMk cId="1445661471" sldId="389"/>
            <ac:picMk id="43" creationId="{EE943A26-E74B-B16E-9506-DA348286C90F}"/>
          </ac:picMkLst>
        </pc:picChg>
      </pc:sldChg>
    </pc:docChg>
  </pc:docChgLst>
  <pc:docChgLst>
    <pc:chgData name="Marcos Moreno Verdu" userId="e16f21d8-7ade-4398-a799-6875fecfb860" providerId="ADAL" clId="{843BD59D-9FBF-4F98-8442-4899B061A582}"/>
    <pc:docChg chg="addSld">
      <pc:chgData name="Marcos Moreno Verdu" userId="e16f21d8-7ade-4398-a799-6875fecfb860" providerId="ADAL" clId="{843BD59D-9FBF-4F98-8442-4899B061A582}" dt="2024-11-14T10:33:29.439" v="0" actId="680"/>
      <pc:docMkLst>
        <pc:docMk/>
      </pc:docMkLst>
      <pc:sldChg chg="new">
        <pc:chgData name="Marcos Moreno Verdu" userId="e16f21d8-7ade-4398-a799-6875fecfb860" providerId="ADAL" clId="{843BD59D-9FBF-4F98-8442-4899B061A582}" dt="2024-11-14T10:33:29.439" v="0" actId="680"/>
        <pc:sldMkLst>
          <pc:docMk/>
          <pc:sldMk cId="2141718129" sldId="326"/>
        </pc:sldMkLst>
      </pc:sldChg>
    </pc:docChg>
  </pc:docChgLst>
  <pc:docChgLst>
    <pc:chgData name="Marcos Moreno Verdu" userId="e16f21d8-7ade-4398-a799-6875fecfb860" providerId="ADAL" clId="{9424DAF0-90E9-4457-A9A6-E6CF4A422980}"/>
    <pc:docChg chg="undo custSel addSld delSld modSld sldOrd modMainMaster">
      <pc:chgData name="Marcos Moreno Verdu" userId="e16f21d8-7ade-4398-a799-6875fecfb860" providerId="ADAL" clId="{9424DAF0-90E9-4457-A9A6-E6CF4A422980}" dt="2024-12-20T11:38:04.193" v="3496" actId="20577"/>
      <pc:docMkLst>
        <pc:docMk/>
      </pc:docMkLst>
      <pc:sldChg chg="addSp delSp modSp mod">
        <pc:chgData name="Marcos Moreno Verdu" userId="e16f21d8-7ade-4398-a799-6875fecfb860" providerId="ADAL" clId="{9424DAF0-90E9-4457-A9A6-E6CF4A422980}" dt="2024-12-02T12:47:04.398" v="2045" actId="1035"/>
        <pc:sldMkLst>
          <pc:docMk/>
          <pc:sldMk cId="3714346260" sldId="317"/>
        </pc:sldMkLst>
      </pc:sldChg>
      <pc:sldChg chg="addSp delSp modSp mod modAnim">
        <pc:chgData name="Marcos Moreno Verdu" userId="e16f21d8-7ade-4398-a799-6875fecfb860" providerId="ADAL" clId="{9424DAF0-90E9-4457-A9A6-E6CF4A422980}" dt="2024-12-20T11:38:04.193" v="3496" actId="20577"/>
        <pc:sldMkLst>
          <pc:docMk/>
          <pc:sldMk cId="2141718129" sldId="326"/>
        </pc:sldMkLst>
      </pc:sldChg>
      <pc:sldChg chg="addSp delSp modSp mod">
        <pc:chgData name="Marcos Moreno Verdu" userId="e16f21d8-7ade-4398-a799-6875fecfb860" providerId="ADAL" clId="{9424DAF0-90E9-4457-A9A6-E6CF4A422980}" dt="2024-12-10T09:16:09.914" v="2768"/>
        <pc:sldMkLst>
          <pc:docMk/>
          <pc:sldMk cId="3701997936" sldId="327"/>
        </pc:sldMkLst>
      </pc:sldChg>
      <pc:sldChg chg="addSp delSp modSp mod ord">
        <pc:chgData name="Marcos Moreno Verdu" userId="e16f21d8-7ade-4398-a799-6875fecfb860" providerId="ADAL" clId="{9424DAF0-90E9-4457-A9A6-E6CF4A422980}" dt="2024-12-02T12:27:45.225" v="1906"/>
        <pc:sldMkLst>
          <pc:docMk/>
          <pc:sldMk cId="3007290657" sldId="328"/>
        </pc:sldMkLst>
      </pc:sldChg>
      <pc:sldChg chg="addSp delSp modSp add mod ord">
        <pc:chgData name="Marcos Moreno Verdu" userId="e16f21d8-7ade-4398-a799-6875fecfb860" providerId="ADAL" clId="{9424DAF0-90E9-4457-A9A6-E6CF4A422980}" dt="2024-12-02T12:27:43.667" v="1904"/>
        <pc:sldMkLst>
          <pc:docMk/>
          <pc:sldMk cId="126717008" sldId="329"/>
        </pc:sldMkLst>
      </pc:sldChg>
      <pc:sldChg chg="modSp del">
        <pc:chgData name="Marcos Moreno Verdu" userId="e16f21d8-7ade-4398-a799-6875fecfb860" providerId="ADAL" clId="{9424DAF0-90E9-4457-A9A6-E6CF4A422980}" dt="2024-11-25T09:52:48.796" v="59" actId="47"/>
        <pc:sldMkLst>
          <pc:docMk/>
          <pc:sldMk cId="470684023" sldId="329"/>
        </pc:sldMkLst>
      </pc:sldChg>
      <pc:sldChg chg="modSp del">
        <pc:chgData name="Marcos Moreno Verdu" userId="e16f21d8-7ade-4398-a799-6875fecfb860" providerId="ADAL" clId="{9424DAF0-90E9-4457-A9A6-E6CF4A422980}" dt="2024-11-25T09:52:49.822" v="60" actId="47"/>
        <pc:sldMkLst>
          <pc:docMk/>
          <pc:sldMk cId="393367563" sldId="330"/>
        </pc:sldMkLst>
      </pc:sldChg>
      <pc:sldChg chg="addSp delSp modSp new mod ord">
        <pc:chgData name="Marcos Moreno Verdu" userId="e16f21d8-7ade-4398-a799-6875fecfb860" providerId="ADAL" clId="{9424DAF0-90E9-4457-A9A6-E6CF4A422980}" dt="2024-12-09T16:14:57.621" v="2589"/>
        <pc:sldMkLst>
          <pc:docMk/>
          <pc:sldMk cId="2692102012" sldId="330"/>
        </pc:sldMkLst>
      </pc:sldChg>
      <pc:sldChg chg="modSp del">
        <pc:chgData name="Marcos Moreno Verdu" userId="e16f21d8-7ade-4398-a799-6875fecfb860" providerId="ADAL" clId="{9424DAF0-90E9-4457-A9A6-E6CF4A422980}" dt="2024-11-25T09:52:50.805" v="61" actId="47"/>
        <pc:sldMkLst>
          <pc:docMk/>
          <pc:sldMk cId="2910387885" sldId="331"/>
        </pc:sldMkLst>
      </pc:sldChg>
      <pc:sldChg chg="addSp delSp modSp add mod">
        <pc:chgData name="Marcos Moreno Verdu" userId="e16f21d8-7ade-4398-a799-6875fecfb860" providerId="ADAL" clId="{9424DAF0-90E9-4457-A9A6-E6CF4A422980}" dt="2024-12-10T09:16:13.330" v="2769"/>
        <pc:sldMkLst>
          <pc:docMk/>
          <pc:sldMk cId="2953720847" sldId="331"/>
        </pc:sldMkLst>
      </pc:sldChg>
      <pc:sldChg chg="modSp add mod">
        <pc:chgData name="Marcos Moreno Verdu" userId="e16f21d8-7ade-4398-a799-6875fecfb860" providerId="ADAL" clId="{9424DAF0-90E9-4457-A9A6-E6CF4A422980}" dt="2024-11-26T15:57:18.826" v="1198" actId="208"/>
        <pc:sldMkLst>
          <pc:docMk/>
          <pc:sldMk cId="2125839519" sldId="332"/>
        </pc:sldMkLst>
      </pc:sldChg>
      <pc:sldChg chg="addSp delSp modSp add del mod">
        <pc:chgData name="Marcos Moreno Verdu" userId="e16f21d8-7ade-4398-a799-6875fecfb860" providerId="ADAL" clId="{9424DAF0-90E9-4457-A9A6-E6CF4A422980}" dt="2024-12-11T12:18:10.634" v="3311" actId="47"/>
        <pc:sldMkLst>
          <pc:docMk/>
          <pc:sldMk cId="1038681918" sldId="333"/>
        </pc:sldMkLst>
      </pc:sldChg>
      <pc:sldChg chg="addSp delSp modSp new mod ord">
        <pc:chgData name="Marcos Moreno Verdu" userId="e16f21d8-7ade-4398-a799-6875fecfb860" providerId="ADAL" clId="{9424DAF0-90E9-4457-A9A6-E6CF4A422980}" dt="2024-12-10T09:16:20.675" v="2770"/>
        <pc:sldMkLst>
          <pc:docMk/>
          <pc:sldMk cId="3853677894" sldId="334"/>
        </pc:sldMkLst>
      </pc:sldChg>
      <pc:sldChg chg="addSp delSp modSp add del mod">
        <pc:chgData name="Marcos Moreno Verdu" userId="e16f21d8-7ade-4398-a799-6875fecfb860" providerId="ADAL" clId="{9424DAF0-90E9-4457-A9A6-E6CF4A422980}" dt="2024-12-11T12:18:09.097" v="3310" actId="47"/>
        <pc:sldMkLst>
          <pc:docMk/>
          <pc:sldMk cId="3465057734" sldId="335"/>
        </pc:sldMkLst>
      </pc:sldChg>
      <pc:sldChg chg="delSp add del mod">
        <pc:chgData name="Marcos Moreno Verdu" userId="e16f21d8-7ade-4398-a799-6875fecfb860" providerId="ADAL" clId="{9424DAF0-90E9-4457-A9A6-E6CF4A422980}" dt="2024-11-27T17:29:45.766" v="1429" actId="2696"/>
        <pc:sldMkLst>
          <pc:docMk/>
          <pc:sldMk cId="2833667889" sldId="336"/>
        </pc:sldMkLst>
      </pc:sldChg>
      <pc:sldChg chg="addSp delSp modSp add mod ord delAnim modAnim">
        <pc:chgData name="Marcos Moreno Verdu" userId="e16f21d8-7ade-4398-a799-6875fecfb860" providerId="ADAL" clId="{9424DAF0-90E9-4457-A9A6-E6CF4A422980}" dt="2024-12-04T12:47:01.719" v="2196" actId="1076"/>
        <pc:sldMkLst>
          <pc:docMk/>
          <pc:sldMk cId="1234526112" sldId="337"/>
        </pc:sldMkLst>
      </pc:sldChg>
      <pc:sldChg chg="modSp add mod">
        <pc:chgData name="Marcos Moreno Verdu" userId="e16f21d8-7ade-4398-a799-6875fecfb860" providerId="ADAL" clId="{9424DAF0-90E9-4457-A9A6-E6CF4A422980}" dt="2024-11-27T17:25:01.324" v="1423" actId="1076"/>
        <pc:sldMkLst>
          <pc:docMk/>
          <pc:sldMk cId="1599749294" sldId="338"/>
        </pc:sldMkLst>
      </pc:sldChg>
      <pc:sldChg chg="add del">
        <pc:chgData name="Marcos Moreno Verdu" userId="e16f21d8-7ade-4398-a799-6875fecfb860" providerId="ADAL" clId="{9424DAF0-90E9-4457-A9A6-E6CF4A422980}" dt="2024-12-02T10:40:56.439" v="1500" actId="47"/>
        <pc:sldMkLst>
          <pc:docMk/>
          <pc:sldMk cId="1637944516" sldId="339"/>
        </pc:sldMkLst>
      </pc:sldChg>
      <pc:sldChg chg="addSp delSp modSp add mod">
        <pc:chgData name="Marcos Moreno Verdu" userId="e16f21d8-7ade-4398-a799-6875fecfb860" providerId="ADAL" clId="{9424DAF0-90E9-4457-A9A6-E6CF4A422980}" dt="2024-12-10T09:16:28.860" v="2772" actId="20577"/>
        <pc:sldMkLst>
          <pc:docMk/>
          <pc:sldMk cId="3803617890" sldId="339"/>
        </pc:sldMkLst>
      </pc:sldChg>
      <pc:sldChg chg="addSp delSp add del mod">
        <pc:chgData name="Marcos Moreno Verdu" userId="e16f21d8-7ade-4398-a799-6875fecfb860" providerId="ADAL" clId="{9424DAF0-90E9-4457-A9A6-E6CF4A422980}" dt="2024-12-11T12:18:12.130" v="3312" actId="47"/>
        <pc:sldMkLst>
          <pc:docMk/>
          <pc:sldMk cId="1298111016" sldId="340"/>
        </pc:sldMkLst>
      </pc:sldChg>
      <pc:sldChg chg="addSp delSp modSp add del mod">
        <pc:chgData name="Marcos Moreno Verdu" userId="e16f21d8-7ade-4398-a799-6875fecfb860" providerId="ADAL" clId="{9424DAF0-90E9-4457-A9A6-E6CF4A422980}" dt="2024-12-11T12:13:42.411" v="3263" actId="47"/>
        <pc:sldMkLst>
          <pc:docMk/>
          <pc:sldMk cId="3181262002" sldId="341"/>
        </pc:sldMkLst>
      </pc:sldChg>
      <pc:sldChg chg="addSp delSp modSp add mod addAnim delAnim modAnim">
        <pc:chgData name="Marcos Moreno Verdu" userId="e16f21d8-7ade-4398-a799-6875fecfb860" providerId="ADAL" clId="{9424DAF0-90E9-4457-A9A6-E6CF4A422980}" dt="2024-12-20T11:33:44.500" v="3435" actId="1076"/>
        <pc:sldMkLst>
          <pc:docMk/>
          <pc:sldMk cId="976451914" sldId="342"/>
        </pc:sldMkLst>
      </pc:sldChg>
      <pc:sldChg chg="addSp delSp modSp add mod delAnim modAnim">
        <pc:chgData name="Marcos Moreno Verdu" userId="e16f21d8-7ade-4398-a799-6875fecfb860" providerId="ADAL" clId="{9424DAF0-90E9-4457-A9A6-E6CF4A422980}" dt="2024-12-10T09:15:20.399" v="2767"/>
        <pc:sldMkLst>
          <pc:docMk/>
          <pc:sldMk cId="1472179747" sldId="343"/>
        </pc:sldMkLst>
      </pc:sldChg>
      <pc:sldChg chg="addSp delSp modSp add mod modAnim">
        <pc:chgData name="Marcos Moreno Verdu" userId="e16f21d8-7ade-4398-a799-6875fecfb860" providerId="ADAL" clId="{9424DAF0-90E9-4457-A9A6-E6CF4A422980}" dt="2024-12-10T09:15:13.874" v="2766" actId="20577"/>
        <pc:sldMkLst>
          <pc:docMk/>
          <pc:sldMk cId="390638947" sldId="344"/>
        </pc:sldMkLst>
      </pc:sldChg>
      <pc:sldChg chg="delSp add del mod delAnim">
        <pc:chgData name="Marcos Moreno Verdu" userId="e16f21d8-7ade-4398-a799-6875fecfb860" providerId="ADAL" clId="{9424DAF0-90E9-4457-A9A6-E6CF4A422980}" dt="2024-12-11T11:48:05.761" v="3020" actId="47"/>
        <pc:sldMkLst>
          <pc:docMk/>
          <pc:sldMk cId="4019490788" sldId="345"/>
        </pc:sldMkLst>
      </pc:sldChg>
      <pc:sldChg chg="addSp delSp modSp add mod delAnim modAnim">
        <pc:chgData name="Marcos Moreno Verdu" userId="e16f21d8-7ade-4398-a799-6875fecfb860" providerId="ADAL" clId="{9424DAF0-90E9-4457-A9A6-E6CF4A422980}" dt="2024-12-04T16:59:38.973" v="2243" actId="166"/>
        <pc:sldMkLst>
          <pc:docMk/>
          <pc:sldMk cId="1312998940" sldId="346"/>
        </pc:sldMkLst>
      </pc:sldChg>
      <pc:sldChg chg="addSp delSp modSp add mod delAnim">
        <pc:chgData name="Marcos Moreno Verdu" userId="e16f21d8-7ade-4398-a799-6875fecfb860" providerId="ADAL" clId="{9424DAF0-90E9-4457-A9A6-E6CF4A422980}" dt="2024-12-11T11:36:51.933" v="2936" actId="1076"/>
        <pc:sldMkLst>
          <pc:docMk/>
          <pc:sldMk cId="899905502" sldId="347"/>
        </pc:sldMkLst>
      </pc:sldChg>
      <pc:sldChg chg="addSp delSp modSp add mod">
        <pc:chgData name="Marcos Moreno Verdu" userId="e16f21d8-7ade-4398-a799-6875fecfb860" providerId="ADAL" clId="{9424DAF0-90E9-4457-A9A6-E6CF4A422980}" dt="2024-12-09T16:11:26.006" v="2568" actId="1076"/>
        <pc:sldMkLst>
          <pc:docMk/>
          <pc:sldMk cId="2214341160" sldId="348"/>
        </pc:sldMkLst>
      </pc:sldChg>
      <pc:sldChg chg="addSp delSp modSp add mod ord">
        <pc:chgData name="Marcos Moreno Verdu" userId="e16f21d8-7ade-4398-a799-6875fecfb860" providerId="ADAL" clId="{9424DAF0-90E9-4457-A9A6-E6CF4A422980}" dt="2024-12-09T16:11:19.909" v="2567" actId="1076"/>
        <pc:sldMkLst>
          <pc:docMk/>
          <pc:sldMk cId="2030899579" sldId="349"/>
        </pc:sldMkLst>
      </pc:sldChg>
      <pc:sldChg chg="addSp delSp modSp add mod">
        <pc:chgData name="Marcos Moreno Verdu" userId="e16f21d8-7ade-4398-a799-6875fecfb860" providerId="ADAL" clId="{9424DAF0-90E9-4457-A9A6-E6CF4A422980}" dt="2024-12-09T16:09:09.041" v="2550" actId="1076"/>
        <pc:sldMkLst>
          <pc:docMk/>
          <pc:sldMk cId="1361446972" sldId="350"/>
        </pc:sldMkLst>
      </pc:sldChg>
      <pc:sldChg chg="addSp delSp modSp add mod ord">
        <pc:chgData name="Marcos Moreno Verdu" userId="e16f21d8-7ade-4398-a799-6875fecfb860" providerId="ADAL" clId="{9424DAF0-90E9-4457-A9A6-E6CF4A422980}" dt="2024-12-09T16:07:59.413" v="2530" actId="1076"/>
        <pc:sldMkLst>
          <pc:docMk/>
          <pc:sldMk cId="3580075649" sldId="351"/>
        </pc:sldMkLst>
      </pc:sldChg>
      <pc:sldChg chg="addSp delSp modSp add mod ord">
        <pc:chgData name="Marcos Moreno Verdu" userId="e16f21d8-7ade-4398-a799-6875fecfb860" providerId="ADAL" clId="{9424DAF0-90E9-4457-A9A6-E6CF4A422980}" dt="2024-12-09T16:09:46.695" v="2558"/>
        <pc:sldMkLst>
          <pc:docMk/>
          <pc:sldMk cId="2104797065" sldId="352"/>
        </pc:sldMkLst>
      </pc:sldChg>
      <pc:sldChg chg="addSp delSp modSp add mod">
        <pc:chgData name="Marcos Moreno Verdu" userId="e16f21d8-7ade-4398-a799-6875fecfb860" providerId="ADAL" clId="{9424DAF0-90E9-4457-A9A6-E6CF4A422980}" dt="2024-12-09T16:09:39.840" v="2556" actId="1076"/>
        <pc:sldMkLst>
          <pc:docMk/>
          <pc:sldMk cId="1548639675" sldId="353"/>
        </pc:sldMkLst>
      </pc:sldChg>
      <pc:sldChg chg="addSp delSp modSp add mod">
        <pc:chgData name="Marcos Moreno Verdu" userId="e16f21d8-7ade-4398-a799-6875fecfb860" providerId="ADAL" clId="{9424DAF0-90E9-4457-A9A6-E6CF4A422980}" dt="2024-12-11T12:01:14.810" v="3142" actId="1076"/>
        <pc:sldMkLst>
          <pc:docMk/>
          <pc:sldMk cId="524180136" sldId="354"/>
        </pc:sldMkLst>
      </pc:sldChg>
      <pc:sldChg chg="addSp delSp modSp add mod">
        <pc:chgData name="Marcos Moreno Verdu" userId="e16f21d8-7ade-4398-a799-6875fecfb860" providerId="ADAL" clId="{9424DAF0-90E9-4457-A9A6-E6CF4A422980}" dt="2024-12-11T11:35:12.640" v="2921" actId="1076"/>
        <pc:sldMkLst>
          <pc:docMk/>
          <pc:sldMk cId="1443021674" sldId="355"/>
        </pc:sldMkLst>
      </pc:sldChg>
      <pc:sldChg chg="add del">
        <pc:chgData name="Marcos Moreno Verdu" userId="e16f21d8-7ade-4398-a799-6875fecfb860" providerId="ADAL" clId="{9424DAF0-90E9-4457-A9A6-E6CF4A422980}" dt="2024-12-09T16:25:50.289" v="2599" actId="47"/>
        <pc:sldMkLst>
          <pc:docMk/>
          <pc:sldMk cId="2526716235" sldId="355"/>
        </pc:sldMkLst>
      </pc:sldChg>
      <pc:sldChg chg="addSp delSp modSp add del mod">
        <pc:chgData name="Marcos Moreno Verdu" userId="e16f21d8-7ade-4398-a799-6875fecfb860" providerId="ADAL" clId="{9424DAF0-90E9-4457-A9A6-E6CF4A422980}" dt="2024-12-11T11:35:36.400" v="2922" actId="47"/>
        <pc:sldMkLst>
          <pc:docMk/>
          <pc:sldMk cId="3737287649" sldId="356"/>
        </pc:sldMkLst>
      </pc:sldChg>
      <pc:sldChg chg="addSp delSp modSp add mod delAnim modAnim">
        <pc:chgData name="Marcos Moreno Verdu" userId="e16f21d8-7ade-4398-a799-6875fecfb860" providerId="ADAL" clId="{9424DAF0-90E9-4457-A9A6-E6CF4A422980}" dt="2024-12-20T11:35:01.178" v="3450" actId="1076"/>
        <pc:sldMkLst>
          <pc:docMk/>
          <pc:sldMk cId="705369643" sldId="357"/>
        </pc:sldMkLst>
      </pc:sldChg>
      <pc:sldChg chg="addSp delSp modSp add del mod">
        <pc:chgData name="Marcos Moreno Verdu" userId="e16f21d8-7ade-4398-a799-6875fecfb860" providerId="ADAL" clId="{9424DAF0-90E9-4457-A9A6-E6CF4A422980}" dt="2024-12-20T11:26:25.770" v="3377" actId="47"/>
        <pc:sldMkLst>
          <pc:docMk/>
          <pc:sldMk cId="350021520" sldId="358"/>
        </pc:sldMkLst>
      </pc:sldChg>
      <pc:sldChg chg="addSp delSp modSp add del mod">
        <pc:chgData name="Marcos Moreno Verdu" userId="e16f21d8-7ade-4398-a799-6875fecfb860" providerId="ADAL" clId="{9424DAF0-90E9-4457-A9A6-E6CF4A422980}" dt="2024-12-11T11:47:56.055" v="3019" actId="47"/>
        <pc:sldMkLst>
          <pc:docMk/>
          <pc:sldMk cId="2852114787" sldId="359"/>
        </pc:sldMkLst>
      </pc:sldChg>
      <pc:sldChg chg="addSp delSp modSp add mod">
        <pc:chgData name="Marcos Moreno Verdu" userId="e16f21d8-7ade-4398-a799-6875fecfb860" providerId="ADAL" clId="{9424DAF0-90E9-4457-A9A6-E6CF4A422980}" dt="2024-12-20T11:25:08.969" v="3355" actId="14100"/>
        <pc:sldMkLst>
          <pc:docMk/>
          <pc:sldMk cId="1891088075" sldId="360"/>
        </pc:sldMkLst>
      </pc:sldChg>
      <pc:sldChg chg="addSp delSp modSp add del mod">
        <pc:chgData name="Marcos Moreno Verdu" userId="e16f21d8-7ade-4398-a799-6875fecfb860" providerId="ADAL" clId="{9424DAF0-90E9-4457-A9A6-E6CF4A422980}" dt="2024-12-11T11:41:42.408" v="2978" actId="47"/>
        <pc:sldMkLst>
          <pc:docMk/>
          <pc:sldMk cId="656827303" sldId="361"/>
        </pc:sldMkLst>
      </pc:sldChg>
      <pc:sldChg chg="addSp modSp new mod">
        <pc:chgData name="Marcos Moreno Verdu" userId="e16f21d8-7ade-4398-a799-6875fecfb860" providerId="ADAL" clId="{9424DAF0-90E9-4457-A9A6-E6CF4A422980}" dt="2024-12-11T11:39:31.270" v="2953" actId="1076"/>
        <pc:sldMkLst>
          <pc:docMk/>
          <pc:sldMk cId="2225065364" sldId="362"/>
        </pc:sldMkLst>
      </pc:sldChg>
      <pc:sldChg chg="addSp delSp modSp add mod">
        <pc:chgData name="Marcos Moreno Verdu" userId="e16f21d8-7ade-4398-a799-6875fecfb860" providerId="ADAL" clId="{9424DAF0-90E9-4457-A9A6-E6CF4A422980}" dt="2024-12-11T11:39:43.796" v="2958" actId="1076"/>
        <pc:sldMkLst>
          <pc:docMk/>
          <pc:sldMk cId="713647367" sldId="363"/>
        </pc:sldMkLst>
      </pc:sldChg>
      <pc:sldChg chg="addSp delSp modSp add del mod">
        <pc:chgData name="Marcos Moreno Verdu" userId="e16f21d8-7ade-4398-a799-6875fecfb860" providerId="ADAL" clId="{9424DAF0-90E9-4457-A9A6-E6CF4A422980}" dt="2024-12-20T11:25:19.939" v="3358" actId="47"/>
        <pc:sldMkLst>
          <pc:docMk/>
          <pc:sldMk cId="181952622" sldId="364"/>
        </pc:sldMkLst>
      </pc:sldChg>
      <pc:sldChg chg="addSp delSp modSp add mod ord">
        <pc:chgData name="Marcos Moreno Verdu" userId="e16f21d8-7ade-4398-a799-6875fecfb860" providerId="ADAL" clId="{9424DAF0-90E9-4457-A9A6-E6CF4A422980}" dt="2024-12-11T11:44:28.409" v="3008" actId="1076"/>
        <pc:sldMkLst>
          <pc:docMk/>
          <pc:sldMk cId="1639820799" sldId="365"/>
        </pc:sldMkLst>
      </pc:sldChg>
      <pc:sldChg chg="addSp modSp new mod">
        <pc:chgData name="Marcos Moreno Verdu" userId="e16f21d8-7ade-4398-a799-6875fecfb860" providerId="ADAL" clId="{9424DAF0-90E9-4457-A9A6-E6CF4A422980}" dt="2024-12-11T11:45:40.812" v="3018" actId="1076"/>
        <pc:sldMkLst>
          <pc:docMk/>
          <pc:sldMk cId="3487994126" sldId="366"/>
        </pc:sldMkLst>
      </pc:sldChg>
      <pc:sldChg chg="addSp delSp modSp add mod addAnim delAnim modAnim">
        <pc:chgData name="Marcos Moreno Verdu" userId="e16f21d8-7ade-4398-a799-6875fecfb860" providerId="ADAL" clId="{9424DAF0-90E9-4457-A9A6-E6CF4A422980}" dt="2024-12-20T11:36:16.272" v="3465" actId="1076"/>
        <pc:sldMkLst>
          <pc:docMk/>
          <pc:sldMk cId="1157421542" sldId="367"/>
        </pc:sldMkLst>
      </pc:sldChg>
      <pc:sldChg chg="addSp delSp modSp add mod ord delAnim modAnim">
        <pc:chgData name="Marcos Moreno Verdu" userId="e16f21d8-7ade-4398-a799-6875fecfb860" providerId="ADAL" clId="{9424DAF0-90E9-4457-A9A6-E6CF4A422980}" dt="2024-12-20T11:37:10.199" v="3486" actId="29295"/>
        <pc:sldMkLst>
          <pc:docMk/>
          <pc:sldMk cId="1259563693" sldId="368"/>
        </pc:sldMkLst>
      </pc:sldChg>
      <pc:sldChg chg="delSp add del mod">
        <pc:chgData name="Marcos Moreno Verdu" userId="e16f21d8-7ade-4398-a799-6875fecfb860" providerId="ADAL" clId="{9424DAF0-90E9-4457-A9A6-E6CF4A422980}" dt="2024-12-11T11:58:26.658" v="3101" actId="47"/>
        <pc:sldMkLst>
          <pc:docMk/>
          <pc:sldMk cId="979372312" sldId="369"/>
        </pc:sldMkLst>
      </pc:sldChg>
      <pc:sldChg chg="addSp delSp modSp add mod">
        <pc:chgData name="Marcos Moreno Verdu" userId="e16f21d8-7ade-4398-a799-6875fecfb860" providerId="ADAL" clId="{9424DAF0-90E9-4457-A9A6-E6CF4A422980}" dt="2024-12-11T12:00:18.456" v="3130" actId="1076"/>
        <pc:sldMkLst>
          <pc:docMk/>
          <pc:sldMk cId="3642256017" sldId="369"/>
        </pc:sldMkLst>
      </pc:sldChg>
      <pc:sldChg chg="addSp modSp new mod">
        <pc:chgData name="Marcos Moreno Verdu" userId="e16f21d8-7ade-4398-a799-6875fecfb860" providerId="ADAL" clId="{9424DAF0-90E9-4457-A9A6-E6CF4A422980}" dt="2024-12-11T12:01:03.758" v="3140" actId="14100"/>
        <pc:sldMkLst>
          <pc:docMk/>
          <pc:sldMk cId="2790605701" sldId="370"/>
        </pc:sldMkLst>
      </pc:sldChg>
      <pc:sldChg chg="addSp delSp modSp add mod ord">
        <pc:chgData name="Marcos Moreno Verdu" userId="e16f21d8-7ade-4398-a799-6875fecfb860" providerId="ADAL" clId="{9424DAF0-90E9-4457-A9A6-E6CF4A422980}" dt="2024-12-11T12:03:44.705" v="3162" actId="1076"/>
        <pc:sldMkLst>
          <pc:docMk/>
          <pc:sldMk cId="3236084265" sldId="371"/>
        </pc:sldMkLst>
      </pc:sldChg>
      <pc:sldChg chg="addSp modSp new mod">
        <pc:chgData name="Marcos Moreno Verdu" userId="e16f21d8-7ade-4398-a799-6875fecfb860" providerId="ADAL" clId="{9424DAF0-90E9-4457-A9A6-E6CF4A422980}" dt="2024-12-11T12:04:35.987" v="3172" actId="1076"/>
        <pc:sldMkLst>
          <pc:docMk/>
          <pc:sldMk cId="1269934997" sldId="372"/>
        </pc:sldMkLst>
      </pc:sldChg>
      <pc:sldChg chg="addSp delSp modSp add mod ord">
        <pc:chgData name="Marcos Moreno Verdu" userId="e16f21d8-7ade-4398-a799-6875fecfb860" providerId="ADAL" clId="{9424DAF0-90E9-4457-A9A6-E6CF4A422980}" dt="2024-12-11T12:08:14.565" v="3234" actId="1038"/>
        <pc:sldMkLst>
          <pc:docMk/>
          <pc:sldMk cId="3495032205" sldId="373"/>
        </pc:sldMkLst>
      </pc:sldChg>
      <pc:sldChg chg="addSp modSp new mod">
        <pc:chgData name="Marcos Moreno Verdu" userId="e16f21d8-7ade-4398-a799-6875fecfb860" providerId="ADAL" clId="{9424DAF0-90E9-4457-A9A6-E6CF4A422980}" dt="2024-12-11T12:09:20.199" v="3259" actId="1038"/>
        <pc:sldMkLst>
          <pc:docMk/>
          <pc:sldMk cId="3649967103" sldId="374"/>
        </pc:sldMkLst>
      </pc:sldChg>
      <pc:sldChg chg="addSp delSp modSp add mod ord">
        <pc:chgData name="Marcos Moreno Verdu" userId="e16f21d8-7ade-4398-a799-6875fecfb860" providerId="ADAL" clId="{9424DAF0-90E9-4457-A9A6-E6CF4A422980}" dt="2024-12-11T12:15:37.851" v="3289" actId="1076"/>
        <pc:sldMkLst>
          <pc:docMk/>
          <pc:sldMk cId="2577778090" sldId="375"/>
        </pc:sldMkLst>
      </pc:sldChg>
      <pc:sldChg chg="addSp modSp new mod">
        <pc:chgData name="Marcos Moreno Verdu" userId="e16f21d8-7ade-4398-a799-6875fecfb860" providerId="ADAL" clId="{9424DAF0-90E9-4457-A9A6-E6CF4A422980}" dt="2024-12-11T12:19:18.726" v="3318" actId="1076"/>
        <pc:sldMkLst>
          <pc:docMk/>
          <pc:sldMk cId="3205736660" sldId="376"/>
        </pc:sldMkLst>
      </pc:sldChg>
      <pc:sldChg chg="addSp modSp new mod">
        <pc:chgData name="Marcos Moreno Verdu" userId="e16f21d8-7ade-4398-a799-6875fecfb860" providerId="ADAL" clId="{9424DAF0-90E9-4457-A9A6-E6CF4A422980}" dt="2024-12-11T12:19:31.767" v="3319" actId="1076"/>
        <pc:sldMkLst>
          <pc:docMk/>
          <pc:sldMk cId="3262744250" sldId="377"/>
        </pc:sldMkLst>
      </pc:sldChg>
      <pc:sldChg chg="addSp modSp new mod">
        <pc:chgData name="Marcos Moreno Verdu" userId="e16f21d8-7ade-4398-a799-6875fecfb860" providerId="ADAL" clId="{9424DAF0-90E9-4457-A9A6-E6CF4A422980}" dt="2024-12-11T12:16:55.864" v="3303" actId="1076"/>
        <pc:sldMkLst>
          <pc:docMk/>
          <pc:sldMk cId="142522695" sldId="378"/>
        </pc:sldMkLst>
      </pc:sldChg>
      <pc:sldChg chg="addSp modSp new mod">
        <pc:chgData name="Marcos Moreno Verdu" userId="e16f21d8-7ade-4398-a799-6875fecfb860" providerId="ADAL" clId="{9424DAF0-90E9-4457-A9A6-E6CF4A422980}" dt="2024-12-11T12:17:32.164" v="3309" actId="1076"/>
        <pc:sldMkLst>
          <pc:docMk/>
          <pc:sldMk cId="2983062185" sldId="379"/>
        </pc:sldMkLst>
      </pc:sldChg>
      <pc:sldChg chg="delSp modSp add mod">
        <pc:chgData name="Marcos Moreno Verdu" userId="e16f21d8-7ade-4398-a799-6875fecfb860" providerId="ADAL" clId="{9424DAF0-90E9-4457-A9A6-E6CF4A422980}" dt="2024-12-11T14:51:16.469" v="3329" actId="1076"/>
        <pc:sldMkLst>
          <pc:docMk/>
          <pc:sldMk cId="3873956037" sldId="380"/>
        </pc:sldMkLst>
      </pc:sldChg>
      <pc:sldChg chg="delSp modSp add mod">
        <pc:chgData name="Marcos Moreno Verdu" userId="e16f21d8-7ade-4398-a799-6875fecfb860" providerId="ADAL" clId="{9424DAF0-90E9-4457-A9A6-E6CF4A422980}" dt="2024-12-11T14:51:40.709" v="3339" actId="1076"/>
        <pc:sldMkLst>
          <pc:docMk/>
          <pc:sldMk cId="1359484712" sldId="381"/>
        </pc:sldMkLst>
      </pc:sldChg>
      <pc:sldChg chg="addSp delSp modSp add mod">
        <pc:chgData name="Marcos Moreno Verdu" userId="e16f21d8-7ade-4398-a799-6875fecfb860" providerId="ADAL" clId="{9424DAF0-90E9-4457-A9A6-E6CF4A422980}" dt="2024-12-20T11:26:16.460" v="3376" actId="14100"/>
        <pc:sldMkLst>
          <pc:docMk/>
          <pc:sldMk cId="18654766" sldId="382"/>
        </pc:sldMkLst>
      </pc:sldChg>
      <pc:sldChg chg="add">
        <pc:chgData name="Marcos Moreno Verdu" userId="e16f21d8-7ade-4398-a799-6875fecfb860" providerId="ADAL" clId="{9424DAF0-90E9-4457-A9A6-E6CF4A422980}" dt="2024-12-20T11:28:32.898" v="3384" actId="2890"/>
        <pc:sldMkLst>
          <pc:docMk/>
          <pc:sldMk cId="3826536244" sldId="383"/>
        </pc:sldMkLst>
      </pc:sldChg>
      <pc:sldChg chg="add del">
        <pc:chgData name="Marcos Moreno Verdu" userId="e16f21d8-7ade-4398-a799-6875fecfb860" providerId="ADAL" clId="{9424DAF0-90E9-4457-A9A6-E6CF4A422980}" dt="2024-12-20T11:34:22.232" v="3444"/>
        <pc:sldMkLst>
          <pc:docMk/>
          <pc:sldMk cId="542798221" sldId="384"/>
        </pc:sldMkLst>
      </pc:sldChg>
      <pc:sldChg chg="add del">
        <pc:chgData name="Marcos Moreno Verdu" userId="e16f21d8-7ade-4398-a799-6875fecfb860" providerId="ADAL" clId="{9424DAF0-90E9-4457-A9A6-E6CF4A422980}" dt="2024-12-20T11:34:30.750" v="3446"/>
        <pc:sldMkLst>
          <pc:docMk/>
          <pc:sldMk cId="1651438154" sldId="384"/>
        </pc:sldMkLst>
      </pc:sldChg>
      <pc:sldMasterChg chg="modSp modSldLayout">
        <pc:chgData name="Marcos Moreno Verdu" userId="e16f21d8-7ade-4398-a799-6875fecfb860" providerId="ADAL" clId="{9424DAF0-90E9-4457-A9A6-E6CF4A422980}" dt="2024-11-25T09:11:20.956" v="0"/>
        <pc:sldMasterMkLst>
          <pc:docMk/>
          <pc:sldMasterMk cId="1189231073" sldId="2147483720"/>
        </pc:sldMasterMkLst>
        <pc:sldLayoutChg chg="modSp">
          <pc:chgData name="Marcos Moreno Verdu" userId="e16f21d8-7ade-4398-a799-6875fecfb860" providerId="ADAL" clId="{9424DAF0-90E9-4457-A9A6-E6CF4A422980}" dt="2024-11-25T09:11:20.956" v="0"/>
          <pc:sldLayoutMkLst>
            <pc:docMk/>
            <pc:sldMasterMk cId="1189231073" sldId="2147483720"/>
            <pc:sldLayoutMk cId="2829392313" sldId="2147483721"/>
          </pc:sldLayoutMkLst>
        </pc:sldLayoutChg>
        <pc:sldLayoutChg chg="modSp">
          <pc:chgData name="Marcos Moreno Verdu" userId="e16f21d8-7ade-4398-a799-6875fecfb860" providerId="ADAL" clId="{9424DAF0-90E9-4457-A9A6-E6CF4A422980}" dt="2024-11-25T09:11:20.956" v="0"/>
          <pc:sldLayoutMkLst>
            <pc:docMk/>
            <pc:sldMasterMk cId="1189231073" sldId="2147483720"/>
            <pc:sldLayoutMk cId="2355645862" sldId="2147483723"/>
          </pc:sldLayoutMkLst>
        </pc:sldLayoutChg>
        <pc:sldLayoutChg chg="modSp">
          <pc:chgData name="Marcos Moreno Verdu" userId="e16f21d8-7ade-4398-a799-6875fecfb860" providerId="ADAL" clId="{9424DAF0-90E9-4457-A9A6-E6CF4A422980}" dt="2024-11-25T09:11:20.956" v="0"/>
          <pc:sldLayoutMkLst>
            <pc:docMk/>
            <pc:sldMasterMk cId="1189231073" sldId="2147483720"/>
            <pc:sldLayoutMk cId="766172859" sldId="2147483724"/>
          </pc:sldLayoutMkLst>
        </pc:sldLayoutChg>
        <pc:sldLayoutChg chg="modSp">
          <pc:chgData name="Marcos Moreno Verdu" userId="e16f21d8-7ade-4398-a799-6875fecfb860" providerId="ADAL" clId="{9424DAF0-90E9-4457-A9A6-E6CF4A422980}" dt="2024-11-25T09:11:20.956" v="0"/>
          <pc:sldLayoutMkLst>
            <pc:docMk/>
            <pc:sldMasterMk cId="1189231073" sldId="2147483720"/>
            <pc:sldLayoutMk cId="310893471" sldId="2147483725"/>
          </pc:sldLayoutMkLst>
        </pc:sldLayoutChg>
        <pc:sldLayoutChg chg="modSp">
          <pc:chgData name="Marcos Moreno Verdu" userId="e16f21d8-7ade-4398-a799-6875fecfb860" providerId="ADAL" clId="{9424DAF0-90E9-4457-A9A6-E6CF4A422980}" dt="2024-11-25T09:11:20.956" v="0"/>
          <pc:sldLayoutMkLst>
            <pc:docMk/>
            <pc:sldMasterMk cId="1189231073" sldId="2147483720"/>
            <pc:sldLayoutMk cId="3683625760" sldId="2147483728"/>
          </pc:sldLayoutMkLst>
        </pc:sldLayoutChg>
        <pc:sldLayoutChg chg="modSp">
          <pc:chgData name="Marcos Moreno Verdu" userId="e16f21d8-7ade-4398-a799-6875fecfb860" providerId="ADAL" clId="{9424DAF0-90E9-4457-A9A6-E6CF4A422980}" dt="2024-11-25T09:11:20.956" v="0"/>
          <pc:sldLayoutMkLst>
            <pc:docMk/>
            <pc:sldMasterMk cId="1189231073" sldId="2147483720"/>
            <pc:sldLayoutMk cId="2398983994" sldId="2147483729"/>
          </pc:sldLayoutMkLst>
        </pc:sldLayoutChg>
        <pc:sldLayoutChg chg="modSp">
          <pc:chgData name="Marcos Moreno Verdu" userId="e16f21d8-7ade-4398-a799-6875fecfb860" providerId="ADAL" clId="{9424DAF0-90E9-4457-A9A6-E6CF4A422980}" dt="2024-11-25T09:11:20.956" v="0"/>
          <pc:sldLayoutMkLst>
            <pc:docMk/>
            <pc:sldMasterMk cId="1189231073" sldId="2147483720"/>
            <pc:sldLayoutMk cId="3636905171" sldId="2147483731"/>
          </pc:sldLayoutMkLst>
        </pc:sldLayoutChg>
      </pc:sldMasterChg>
    </pc:docChg>
  </pc:docChgLst>
  <pc:docChgLst>
    <pc:chgData name="Marcos Moreno Verdu" userId="e16f21d8-7ade-4398-a799-6875fecfb860" providerId="ADAL" clId="{16C0E43C-2166-48FF-A5CE-8274CB4CCF47}"/>
    <pc:docChg chg="undo custSel addSld delSld modSld sldOrd">
      <pc:chgData name="Marcos Moreno Verdu" userId="e16f21d8-7ade-4398-a799-6875fecfb860" providerId="ADAL" clId="{16C0E43C-2166-48FF-A5CE-8274CB4CCF47}" dt="2024-01-16T09:06:51.827" v="580" actId="478"/>
      <pc:docMkLst>
        <pc:docMk/>
      </pc:docMkLst>
      <pc:sldChg chg="addSp delSp modSp mod ord">
        <pc:chgData name="Marcos Moreno Verdu" userId="e16f21d8-7ade-4398-a799-6875fecfb860" providerId="ADAL" clId="{16C0E43C-2166-48FF-A5CE-8274CB4CCF47}" dt="2024-01-16T09:06:15.175" v="558"/>
        <pc:sldMkLst>
          <pc:docMk/>
          <pc:sldMk cId="3051121938" sldId="256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4017419373" sldId="257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440760548" sldId="258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2591598859" sldId="259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1492134226" sldId="260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879574488" sldId="261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54317695" sldId="262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3425849738" sldId="263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2681931807" sldId="264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3339029238" sldId="265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3618655648" sldId="266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2631207497" sldId="267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545437120" sldId="268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2419540641" sldId="269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907872293" sldId="270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1803109341" sldId="271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2821624675" sldId="272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1132908451" sldId="273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1773094305" sldId="274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526396899" sldId="275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3753353563" sldId="276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1170481691" sldId="277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682852179" sldId="278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285025387" sldId="279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3476961116" sldId="280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3606472047" sldId="281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4253557552" sldId="282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3935361884" sldId="283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473622403" sldId="284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1935944237" sldId="285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2828969164" sldId="286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865051783" sldId="287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1418724929" sldId="288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2007383108" sldId="289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834030882" sldId="290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1570575724" sldId="291"/>
        </pc:sldMkLst>
      </pc:sldChg>
      <pc:sldChg chg="addSp delSp modSp mod">
        <pc:chgData name="Marcos Moreno Verdu" userId="e16f21d8-7ade-4398-a799-6875fecfb860" providerId="ADAL" clId="{16C0E43C-2166-48FF-A5CE-8274CB4CCF47}" dt="2024-01-16T08:48:04.741" v="399" actId="22"/>
        <pc:sldMkLst>
          <pc:docMk/>
          <pc:sldMk cId="2329150342" sldId="293"/>
        </pc:sldMkLst>
      </pc:sldChg>
      <pc:sldChg chg="delSp modSp add mod ord">
        <pc:chgData name="Marcos Moreno Verdu" userId="e16f21d8-7ade-4398-a799-6875fecfb860" providerId="ADAL" clId="{16C0E43C-2166-48FF-A5CE-8274CB4CCF47}" dt="2024-01-16T09:06:21.342" v="560"/>
        <pc:sldMkLst>
          <pc:docMk/>
          <pc:sldMk cId="32910706" sldId="294"/>
        </pc:sldMkLst>
      </pc:sldChg>
      <pc:sldChg chg="del">
        <pc:chgData name="Marcos Moreno Verdu" userId="e16f21d8-7ade-4398-a799-6875fecfb860" providerId="ADAL" clId="{16C0E43C-2166-48FF-A5CE-8274CB4CCF47}" dt="2023-12-19T13:07:43.633" v="255" actId="47"/>
        <pc:sldMkLst>
          <pc:docMk/>
          <pc:sldMk cId="1621387786" sldId="296"/>
        </pc:sldMkLst>
      </pc:sldChg>
      <pc:sldChg chg="del">
        <pc:chgData name="Marcos Moreno Verdu" userId="e16f21d8-7ade-4398-a799-6875fecfb860" providerId="ADAL" clId="{16C0E43C-2166-48FF-A5CE-8274CB4CCF47}" dt="2023-12-19T13:07:44.985" v="256" actId="47"/>
        <pc:sldMkLst>
          <pc:docMk/>
          <pc:sldMk cId="1035634415" sldId="297"/>
        </pc:sldMkLst>
      </pc:sldChg>
      <pc:sldChg chg="del">
        <pc:chgData name="Marcos Moreno Verdu" userId="e16f21d8-7ade-4398-a799-6875fecfb860" providerId="ADAL" clId="{16C0E43C-2166-48FF-A5CE-8274CB4CCF47}" dt="2023-12-19T13:07:28.478" v="253" actId="47"/>
        <pc:sldMkLst>
          <pc:docMk/>
          <pc:sldMk cId="852348220" sldId="298"/>
        </pc:sldMkLst>
      </pc:sldChg>
      <pc:sldChg chg="del">
        <pc:chgData name="Marcos Moreno Verdu" userId="e16f21d8-7ade-4398-a799-6875fecfb860" providerId="ADAL" clId="{16C0E43C-2166-48FF-A5CE-8274CB4CCF47}" dt="2023-12-19T13:07:27.556" v="252" actId="47"/>
        <pc:sldMkLst>
          <pc:docMk/>
          <pc:sldMk cId="2995984061" sldId="303"/>
        </pc:sldMkLst>
      </pc:sldChg>
      <pc:sldChg chg="del">
        <pc:chgData name="Marcos Moreno Verdu" userId="e16f21d8-7ade-4398-a799-6875fecfb860" providerId="ADAL" clId="{16C0E43C-2166-48FF-A5CE-8274CB4CCF47}" dt="2023-12-19T13:07:26.982" v="251" actId="47"/>
        <pc:sldMkLst>
          <pc:docMk/>
          <pc:sldMk cId="2265439946" sldId="304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2292757033" sldId="305"/>
        </pc:sldMkLst>
      </pc:sldChg>
      <pc:sldChg chg="del">
        <pc:chgData name="Marcos Moreno Verdu" userId="e16f21d8-7ade-4398-a799-6875fecfb860" providerId="ADAL" clId="{16C0E43C-2166-48FF-A5CE-8274CB4CCF47}" dt="2023-12-19T13:07:25.393" v="250" actId="47"/>
        <pc:sldMkLst>
          <pc:docMk/>
          <pc:sldMk cId="439681354" sldId="306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2619065667" sldId="307"/>
        </pc:sldMkLst>
      </pc:sldChg>
      <pc:sldChg chg="del">
        <pc:chgData name="Marcos Moreno Verdu" userId="e16f21d8-7ade-4398-a799-6875fecfb860" providerId="ADAL" clId="{16C0E43C-2166-48FF-A5CE-8274CB4CCF47}" dt="2023-12-19T13:07:24.104" v="249" actId="47"/>
        <pc:sldMkLst>
          <pc:docMk/>
          <pc:sldMk cId="1063221991" sldId="308"/>
        </pc:sldMkLst>
      </pc:sldChg>
      <pc:sldChg chg="del">
        <pc:chgData name="Marcos Moreno Verdu" userId="e16f21d8-7ade-4398-a799-6875fecfb860" providerId="ADAL" clId="{16C0E43C-2166-48FF-A5CE-8274CB4CCF47}" dt="2023-12-19T13:07:46.007" v="257" actId="47"/>
        <pc:sldMkLst>
          <pc:docMk/>
          <pc:sldMk cId="2257738130" sldId="309"/>
        </pc:sldMkLst>
      </pc:sldChg>
      <pc:sldChg chg="add del">
        <pc:chgData name="Marcos Moreno Verdu" userId="e16f21d8-7ade-4398-a799-6875fecfb860" providerId="ADAL" clId="{16C0E43C-2166-48FF-A5CE-8274CB4CCF47}" dt="2023-12-19T13:10:07.536" v="261" actId="47"/>
        <pc:sldMkLst>
          <pc:docMk/>
          <pc:sldMk cId="3818030964" sldId="310"/>
        </pc:sldMkLst>
      </pc:sldChg>
      <pc:sldChg chg="addSp delSp modSp mod">
        <pc:chgData name="Marcos Moreno Verdu" userId="e16f21d8-7ade-4398-a799-6875fecfb860" providerId="ADAL" clId="{16C0E43C-2166-48FF-A5CE-8274CB4CCF47}" dt="2024-01-16T08:49:26.780" v="414" actId="1076"/>
        <pc:sldMkLst>
          <pc:docMk/>
          <pc:sldMk cId="1396042250" sldId="311"/>
        </pc:sldMkLst>
      </pc:sldChg>
      <pc:sldChg chg="add del">
        <pc:chgData name="Marcos Moreno Verdu" userId="e16f21d8-7ade-4398-a799-6875fecfb860" providerId="ADAL" clId="{16C0E43C-2166-48FF-A5CE-8274CB4CCF47}" dt="2023-12-19T13:07:43.010" v="254" actId="47"/>
        <pc:sldMkLst>
          <pc:docMk/>
          <pc:sldMk cId="3054545447" sldId="312"/>
        </pc:sldMkLst>
      </pc:sldChg>
      <pc:sldChg chg="delSp modSp add mod">
        <pc:chgData name="Marcos Moreno Verdu" userId="e16f21d8-7ade-4398-a799-6875fecfb860" providerId="ADAL" clId="{16C0E43C-2166-48FF-A5CE-8274CB4CCF47}" dt="2023-12-19T08:40:29.923" v="12" actId="1076"/>
        <pc:sldMkLst>
          <pc:docMk/>
          <pc:sldMk cId="830652082" sldId="313"/>
        </pc:sldMkLst>
      </pc:sldChg>
      <pc:sldChg chg="modSp add mod">
        <pc:chgData name="Marcos Moreno Verdu" userId="e16f21d8-7ade-4398-a799-6875fecfb860" providerId="ADAL" clId="{16C0E43C-2166-48FF-A5CE-8274CB4CCF47}" dt="2023-12-19T08:42:00.275" v="118" actId="1035"/>
        <pc:sldMkLst>
          <pc:docMk/>
          <pc:sldMk cId="1218456179" sldId="314"/>
        </pc:sldMkLst>
      </pc:sldChg>
      <pc:sldChg chg="addSp delSp modSp add mod ord">
        <pc:chgData name="Marcos Moreno Verdu" userId="e16f21d8-7ade-4398-a799-6875fecfb860" providerId="ADAL" clId="{16C0E43C-2166-48FF-A5CE-8274CB4CCF47}" dt="2024-01-16T08:56:32.252" v="456"/>
        <pc:sldMkLst>
          <pc:docMk/>
          <pc:sldMk cId="3846955532" sldId="315"/>
        </pc:sldMkLst>
      </pc:sldChg>
      <pc:sldChg chg="delSp modSp add mod">
        <pc:chgData name="Marcos Moreno Verdu" userId="e16f21d8-7ade-4398-a799-6875fecfb860" providerId="ADAL" clId="{16C0E43C-2166-48FF-A5CE-8274CB4CCF47}" dt="2024-01-16T08:48:34.900" v="405" actId="1076"/>
        <pc:sldMkLst>
          <pc:docMk/>
          <pc:sldMk cId="3742747837" sldId="316"/>
        </pc:sldMkLst>
      </pc:sldChg>
      <pc:sldChg chg="delSp modSp add mod">
        <pc:chgData name="Marcos Moreno Verdu" userId="e16f21d8-7ade-4398-a799-6875fecfb860" providerId="ADAL" clId="{16C0E43C-2166-48FF-A5CE-8274CB4CCF47}" dt="2024-01-16T08:48:53.073" v="408" actId="1076"/>
        <pc:sldMkLst>
          <pc:docMk/>
          <pc:sldMk cId="3714346260" sldId="317"/>
        </pc:sldMkLst>
      </pc:sldChg>
      <pc:sldChg chg="add ord">
        <pc:chgData name="Marcos Moreno Verdu" userId="e16f21d8-7ade-4398-a799-6875fecfb860" providerId="ADAL" clId="{16C0E43C-2166-48FF-A5CE-8274CB4CCF47}" dt="2024-01-16T08:56:32.252" v="456"/>
        <pc:sldMkLst>
          <pc:docMk/>
          <pc:sldMk cId="238192065" sldId="318"/>
        </pc:sldMkLst>
      </pc:sldChg>
      <pc:sldChg chg="addSp delSp modSp add mod ord">
        <pc:chgData name="Marcos Moreno Verdu" userId="e16f21d8-7ade-4398-a799-6875fecfb860" providerId="ADAL" clId="{16C0E43C-2166-48FF-A5CE-8274CB4CCF47}" dt="2024-01-16T08:56:44.013" v="460"/>
        <pc:sldMkLst>
          <pc:docMk/>
          <pc:sldMk cId="578255552" sldId="319"/>
        </pc:sldMkLst>
      </pc:sldChg>
      <pc:sldChg chg="delSp modSp add mod ord">
        <pc:chgData name="Marcos Moreno Verdu" userId="e16f21d8-7ade-4398-a799-6875fecfb860" providerId="ADAL" clId="{16C0E43C-2166-48FF-A5CE-8274CB4CCF47}" dt="2024-01-16T09:06:51.827" v="580" actId="478"/>
        <pc:sldMkLst>
          <pc:docMk/>
          <pc:sldMk cId="1451970046" sldId="320"/>
        </pc:sldMkLst>
      </pc:sldChg>
    </pc:docChg>
  </pc:docChgLst>
  <pc:docChgLst>
    <pc:chgData name="Marcos Moreno Verdu" userId="e16f21d8-7ade-4398-a799-6875fecfb860" providerId="ADAL" clId="{ECEC3A3A-476C-41A3-A603-A3DCF19334B6}"/>
    <pc:docChg chg="undo custSel addSld delSld modSld">
      <pc:chgData name="Marcos Moreno Verdu" userId="e16f21d8-7ade-4398-a799-6875fecfb860" providerId="ADAL" clId="{ECEC3A3A-476C-41A3-A603-A3DCF19334B6}" dt="2024-10-29T08:35:29.603" v="130" actId="196"/>
      <pc:docMkLst>
        <pc:docMk/>
      </pc:docMkLst>
      <pc:sldChg chg="del">
        <pc:chgData name="Marcos Moreno Verdu" userId="e16f21d8-7ade-4398-a799-6875fecfb860" providerId="ADAL" clId="{ECEC3A3A-476C-41A3-A603-A3DCF19334B6}" dt="2024-10-08T18:09:50.388" v="1" actId="47"/>
        <pc:sldMkLst>
          <pc:docMk/>
          <pc:sldMk cId="3051121938" sldId="256"/>
        </pc:sldMkLst>
      </pc:sldChg>
      <pc:sldChg chg="del">
        <pc:chgData name="Marcos Moreno Verdu" userId="e16f21d8-7ade-4398-a799-6875fecfb860" providerId="ADAL" clId="{ECEC3A3A-476C-41A3-A603-A3DCF19334B6}" dt="2024-10-08T18:09:52.148" v="2" actId="47"/>
        <pc:sldMkLst>
          <pc:docMk/>
          <pc:sldMk cId="2329150342" sldId="293"/>
        </pc:sldMkLst>
      </pc:sldChg>
      <pc:sldChg chg="del">
        <pc:chgData name="Marcos Moreno Verdu" userId="e16f21d8-7ade-4398-a799-6875fecfb860" providerId="ADAL" clId="{ECEC3A3A-476C-41A3-A603-A3DCF19334B6}" dt="2024-10-08T18:09:48.766" v="0" actId="47"/>
        <pc:sldMkLst>
          <pc:docMk/>
          <pc:sldMk cId="32910706" sldId="294"/>
        </pc:sldMkLst>
      </pc:sldChg>
      <pc:sldChg chg="del">
        <pc:chgData name="Marcos Moreno Verdu" userId="e16f21d8-7ade-4398-a799-6875fecfb860" providerId="ADAL" clId="{ECEC3A3A-476C-41A3-A603-A3DCF19334B6}" dt="2024-10-08T18:14:32.347" v="90" actId="47"/>
        <pc:sldMkLst>
          <pc:docMk/>
          <pc:sldMk cId="3818030964" sldId="310"/>
        </pc:sldMkLst>
      </pc:sldChg>
      <pc:sldChg chg="del">
        <pc:chgData name="Marcos Moreno Verdu" userId="e16f21d8-7ade-4398-a799-6875fecfb860" providerId="ADAL" clId="{ECEC3A3A-476C-41A3-A603-A3DCF19334B6}" dt="2024-10-08T18:14:34.026" v="92" actId="47"/>
        <pc:sldMkLst>
          <pc:docMk/>
          <pc:sldMk cId="1396042250" sldId="311"/>
        </pc:sldMkLst>
      </pc:sldChg>
      <pc:sldChg chg="del">
        <pc:chgData name="Marcos Moreno Verdu" userId="e16f21d8-7ade-4398-a799-6875fecfb860" providerId="ADAL" clId="{ECEC3A3A-476C-41A3-A603-A3DCF19334B6}" dt="2024-10-08T18:14:30.896" v="88" actId="47"/>
        <pc:sldMkLst>
          <pc:docMk/>
          <pc:sldMk cId="830652082" sldId="313"/>
        </pc:sldMkLst>
      </pc:sldChg>
      <pc:sldChg chg="del">
        <pc:chgData name="Marcos Moreno Verdu" userId="e16f21d8-7ade-4398-a799-6875fecfb860" providerId="ADAL" clId="{ECEC3A3A-476C-41A3-A603-A3DCF19334B6}" dt="2024-10-08T18:14:27.367" v="87" actId="47"/>
        <pc:sldMkLst>
          <pc:docMk/>
          <pc:sldMk cId="1218456179" sldId="314"/>
        </pc:sldMkLst>
      </pc:sldChg>
      <pc:sldChg chg="addSp delSp modSp mod">
        <pc:chgData name="Marcos Moreno Verdu" userId="e16f21d8-7ade-4398-a799-6875fecfb860" providerId="ADAL" clId="{ECEC3A3A-476C-41A3-A603-A3DCF19334B6}" dt="2024-10-08T18:15:16.531" v="96" actId="1076"/>
        <pc:sldMkLst>
          <pc:docMk/>
          <pc:sldMk cId="3846955532" sldId="315"/>
        </pc:sldMkLst>
      </pc:sldChg>
      <pc:sldChg chg="addSp delSp modSp mod">
        <pc:chgData name="Marcos Moreno Verdu" userId="e16f21d8-7ade-4398-a799-6875fecfb860" providerId="ADAL" clId="{ECEC3A3A-476C-41A3-A603-A3DCF19334B6}" dt="2024-10-23T08:25:56.734" v="125" actId="1076"/>
        <pc:sldMkLst>
          <pc:docMk/>
          <pc:sldMk cId="3742747837" sldId="316"/>
        </pc:sldMkLst>
      </pc:sldChg>
      <pc:sldChg chg="del">
        <pc:chgData name="Marcos Moreno Verdu" userId="e16f21d8-7ade-4398-a799-6875fecfb860" providerId="ADAL" clId="{ECEC3A3A-476C-41A3-A603-A3DCF19334B6}" dt="2024-10-08T18:14:34.830" v="93" actId="47"/>
        <pc:sldMkLst>
          <pc:docMk/>
          <pc:sldMk cId="238192065" sldId="318"/>
        </pc:sldMkLst>
      </pc:sldChg>
      <pc:sldChg chg="del">
        <pc:chgData name="Marcos Moreno Verdu" userId="e16f21d8-7ade-4398-a799-6875fecfb860" providerId="ADAL" clId="{ECEC3A3A-476C-41A3-A603-A3DCF19334B6}" dt="2024-10-08T18:14:33.156" v="91" actId="47"/>
        <pc:sldMkLst>
          <pc:docMk/>
          <pc:sldMk cId="578255552" sldId="319"/>
        </pc:sldMkLst>
      </pc:sldChg>
      <pc:sldChg chg="del">
        <pc:chgData name="Marcos Moreno Verdu" userId="e16f21d8-7ade-4398-a799-6875fecfb860" providerId="ADAL" clId="{ECEC3A3A-476C-41A3-A603-A3DCF19334B6}" dt="2024-10-08T18:14:31.665" v="89" actId="47"/>
        <pc:sldMkLst>
          <pc:docMk/>
          <pc:sldMk cId="1451970046" sldId="320"/>
        </pc:sldMkLst>
      </pc:sldChg>
      <pc:sldChg chg="addSp modSp add mod">
        <pc:chgData name="Marcos Moreno Verdu" userId="e16f21d8-7ade-4398-a799-6875fecfb860" providerId="ADAL" clId="{ECEC3A3A-476C-41A3-A603-A3DCF19334B6}" dt="2024-10-10T15:54:28.351" v="109" actId="1076"/>
        <pc:sldMkLst>
          <pc:docMk/>
          <pc:sldMk cId="3996275792" sldId="324"/>
        </pc:sldMkLst>
      </pc:sldChg>
      <pc:sldChg chg="modSp add mod">
        <pc:chgData name="Marcos Moreno Verdu" userId="e16f21d8-7ade-4398-a799-6875fecfb860" providerId="ADAL" clId="{ECEC3A3A-476C-41A3-A603-A3DCF19334B6}" dt="2024-10-29T08:35:29.603" v="130" actId="196"/>
        <pc:sldMkLst>
          <pc:docMk/>
          <pc:sldMk cId="4045645579" sldId="325"/>
        </pc:sldMkLst>
      </pc:sldChg>
    </pc:docChg>
  </pc:docChgLst>
  <pc:docChgLst>
    <pc:chgData name="Marcos Moreno Verdu" userId="e16f21d8-7ade-4398-a799-6875fecfb860" providerId="ADAL" clId="{1AB6CF8B-C1D1-4992-8087-CC16F4FC76F5}"/>
    <pc:docChg chg="undo custSel addSld delSld">
      <pc:chgData name="Marcos Moreno Verdu" userId="e16f21d8-7ade-4398-a799-6875fecfb860" providerId="ADAL" clId="{1AB6CF8B-C1D1-4992-8087-CC16F4FC76F5}" dt="2025-01-14T09:29:50.327" v="26" actId="47"/>
      <pc:docMkLst>
        <pc:docMk/>
      </pc:docMkLst>
      <pc:sldChg chg="del">
        <pc:chgData name="Marcos Moreno Verdu" userId="e16f21d8-7ade-4398-a799-6875fecfb860" providerId="ADAL" clId="{1AB6CF8B-C1D1-4992-8087-CC16F4FC76F5}" dt="2025-01-14T09:29:50.327" v="26" actId="47"/>
        <pc:sldMkLst>
          <pc:docMk/>
          <pc:sldMk cId="3714346260" sldId="317"/>
        </pc:sldMkLst>
      </pc:sldChg>
      <pc:sldChg chg="del">
        <pc:chgData name="Marcos Moreno Verdu" userId="e16f21d8-7ade-4398-a799-6875fecfb860" providerId="ADAL" clId="{1AB6CF8B-C1D1-4992-8087-CC16F4FC76F5}" dt="2025-01-14T09:29:19.706" v="0" actId="47"/>
        <pc:sldMkLst>
          <pc:docMk/>
          <pc:sldMk cId="2141718129" sldId="326"/>
        </pc:sldMkLst>
      </pc:sldChg>
      <pc:sldChg chg="add del">
        <pc:chgData name="Marcos Moreno Verdu" userId="e16f21d8-7ade-4398-a799-6875fecfb860" providerId="ADAL" clId="{1AB6CF8B-C1D1-4992-8087-CC16F4FC76F5}" dt="2025-01-14T09:29:32.899" v="20" actId="47"/>
        <pc:sldMkLst>
          <pc:docMk/>
          <pc:sldMk cId="3701997936" sldId="327"/>
        </pc:sldMkLst>
      </pc:sldChg>
      <pc:sldChg chg="del">
        <pc:chgData name="Marcos Moreno Verdu" userId="e16f21d8-7ade-4398-a799-6875fecfb860" providerId="ADAL" clId="{1AB6CF8B-C1D1-4992-8087-CC16F4FC76F5}" dt="2025-01-14T09:29:47.784" v="24" actId="47"/>
        <pc:sldMkLst>
          <pc:docMk/>
          <pc:sldMk cId="3007290657" sldId="328"/>
        </pc:sldMkLst>
      </pc:sldChg>
      <pc:sldChg chg="del">
        <pc:chgData name="Marcos Moreno Verdu" userId="e16f21d8-7ade-4398-a799-6875fecfb860" providerId="ADAL" clId="{1AB6CF8B-C1D1-4992-8087-CC16F4FC76F5}" dt="2025-01-14T09:29:47.179" v="23" actId="47"/>
        <pc:sldMkLst>
          <pc:docMk/>
          <pc:sldMk cId="126717008" sldId="329"/>
        </pc:sldMkLst>
      </pc:sldChg>
      <pc:sldChg chg="del">
        <pc:chgData name="Marcos Moreno Verdu" userId="e16f21d8-7ade-4398-a799-6875fecfb860" providerId="ADAL" clId="{1AB6CF8B-C1D1-4992-8087-CC16F4FC76F5}" dt="2025-01-14T09:29:49.107" v="25" actId="47"/>
        <pc:sldMkLst>
          <pc:docMk/>
          <pc:sldMk cId="2692102012" sldId="330"/>
        </pc:sldMkLst>
      </pc:sldChg>
      <pc:sldChg chg="del">
        <pc:chgData name="Marcos Moreno Verdu" userId="e16f21d8-7ade-4398-a799-6875fecfb860" providerId="ADAL" clId="{1AB6CF8B-C1D1-4992-8087-CC16F4FC76F5}" dt="2025-01-14T09:29:25.467" v="12" actId="47"/>
        <pc:sldMkLst>
          <pc:docMk/>
          <pc:sldMk cId="1234526112" sldId="337"/>
        </pc:sldMkLst>
      </pc:sldChg>
      <pc:sldChg chg="add del">
        <pc:chgData name="Marcos Moreno Verdu" userId="e16f21d8-7ade-4398-a799-6875fecfb860" providerId="ADAL" clId="{1AB6CF8B-C1D1-4992-8087-CC16F4FC76F5}" dt="2025-01-14T09:29:36.841" v="22" actId="47"/>
        <pc:sldMkLst>
          <pc:docMk/>
          <pc:sldMk cId="1599749294" sldId="338"/>
        </pc:sldMkLst>
      </pc:sldChg>
      <pc:sldChg chg="del">
        <pc:chgData name="Marcos Moreno Verdu" userId="e16f21d8-7ade-4398-a799-6875fecfb860" providerId="ADAL" clId="{1AB6CF8B-C1D1-4992-8087-CC16F4FC76F5}" dt="2025-01-14T09:29:25.886" v="14" actId="47"/>
        <pc:sldMkLst>
          <pc:docMk/>
          <pc:sldMk cId="976451914" sldId="342"/>
        </pc:sldMkLst>
      </pc:sldChg>
      <pc:sldChg chg="del">
        <pc:chgData name="Marcos Moreno Verdu" userId="e16f21d8-7ade-4398-a799-6875fecfb860" providerId="ADAL" clId="{1AB6CF8B-C1D1-4992-8087-CC16F4FC76F5}" dt="2025-01-14T09:29:25.290" v="11" actId="47"/>
        <pc:sldMkLst>
          <pc:docMk/>
          <pc:sldMk cId="1472179747" sldId="343"/>
        </pc:sldMkLst>
      </pc:sldChg>
      <pc:sldChg chg="del">
        <pc:chgData name="Marcos Moreno Verdu" userId="e16f21d8-7ade-4398-a799-6875fecfb860" providerId="ADAL" clId="{1AB6CF8B-C1D1-4992-8087-CC16F4FC76F5}" dt="2025-01-14T09:29:25.047" v="10" actId="47"/>
        <pc:sldMkLst>
          <pc:docMk/>
          <pc:sldMk cId="390638947" sldId="344"/>
        </pc:sldMkLst>
      </pc:sldChg>
      <pc:sldChg chg="del">
        <pc:chgData name="Marcos Moreno Verdu" userId="e16f21d8-7ade-4398-a799-6875fecfb860" providerId="ADAL" clId="{1AB6CF8B-C1D1-4992-8087-CC16F4FC76F5}" dt="2025-01-14T09:29:25.668" v="13" actId="47"/>
        <pc:sldMkLst>
          <pc:docMk/>
          <pc:sldMk cId="1312998940" sldId="346"/>
        </pc:sldMkLst>
      </pc:sldChg>
      <pc:sldChg chg="del">
        <pc:chgData name="Marcos Moreno Verdu" userId="e16f21d8-7ade-4398-a799-6875fecfb860" providerId="ADAL" clId="{1AB6CF8B-C1D1-4992-8087-CC16F4FC76F5}" dt="2025-01-14T09:29:23.117" v="5" actId="47"/>
        <pc:sldMkLst>
          <pc:docMk/>
          <pc:sldMk cId="899905502" sldId="347"/>
        </pc:sldMkLst>
      </pc:sldChg>
      <pc:sldChg chg="del">
        <pc:chgData name="Marcos Moreno Verdu" userId="e16f21d8-7ade-4398-a799-6875fecfb860" providerId="ADAL" clId="{1AB6CF8B-C1D1-4992-8087-CC16F4FC76F5}" dt="2025-01-14T09:29:21.165" v="2" actId="47"/>
        <pc:sldMkLst>
          <pc:docMk/>
          <pc:sldMk cId="1443021674" sldId="355"/>
        </pc:sldMkLst>
      </pc:sldChg>
      <pc:sldChg chg="del">
        <pc:chgData name="Marcos Moreno Verdu" userId="e16f21d8-7ade-4398-a799-6875fecfb860" providerId="ADAL" clId="{1AB6CF8B-C1D1-4992-8087-CC16F4FC76F5}" dt="2025-01-14T09:29:26.285" v="16" actId="47"/>
        <pc:sldMkLst>
          <pc:docMk/>
          <pc:sldMk cId="705369643" sldId="357"/>
        </pc:sldMkLst>
      </pc:sldChg>
      <pc:sldChg chg="del">
        <pc:chgData name="Marcos Moreno Verdu" userId="e16f21d8-7ade-4398-a799-6875fecfb860" providerId="ADAL" clId="{1AB6CF8B-C1D1-4992-8087-CC16F4FC76F5}" dt="2025-01-14T09:29:24.456" v="8" actId="47"/>
        <pc:sldMkLst>
          <pc:docMk/>
          <pc:sldMk cId="1891088075" sldId="360"/>
        </pc:sldMkLst>
      </pc:sldChg>
      <pc:sldChg chg="del">
        <pc:chgData name="Marcos Moreno Verdu" userId="e16f21d8-7ade-4398-a799-6875fecfb860" providerId="ADAL" clId="{1AB6CF8B-C1D1-4992-8087-CC16F4FC76F5}" dt="2025-01-14T09:29:24.024" v="6" actId="47"/>
        <pc:sldMkLst>
          <pc:docMk/>
          <pc:sldMk cId="2225065364" sldId="362"/>
        </pc:sldMkLst>
      </pc:sldChg>
      <pc:sldChg chg="del">
        <pc:chgData name="Marcos Moreno Verdu" userId="e16f21d8-7ade-4398-a799-6875fecfb860" providerId="ADAL" clId="{1AB6CF8B-C1D1-4992-8087-CC16F4FC76F5}" dt="2025-01-14T09:29:24.210" v="7" actId="47"/>
        <pc:sldMkLst>
          <pc:docMk/>
          <pc:sldMk cId="713647367" sldId="363"/>
        </pc:sldMkLst>
      </pc:sldChg>
      <pc:sldChg chg="del">
        <pc:chgData name="Marcos Moreno Verdu" userId="e16f21d8-7ade-4398-a799-6875fecfb860" providerId="ADAL" clId="{1AB6CF8B-C1D1-4992-8087-CC16F4FC76F5}" dt="2025-01-14T09:29:21.864" v="3" actId="47"/>
        <pc:sldMkLst>
          <pc:docMk/>
          <pc:sldMk cId="1639820799" sldId="365"/>
        </pc:sldMkLst>
      </pc:sldChg>
      <pc:sldChg chg="del">
        <pc:chgData name="Marcos Moreno Verdu" userId="e16f21d8-7ade-4398-a799-6875fecfb860" providerId="ADAL" clId="{1AB6CF8B-C1D1-4992-8087-CC16F4FC76F5}" dt="2025-01-14T09:29:22.592" v="4" actId="47"/>
        <pc:sldMkLst>
          <pc:docMk/>
          <pc:sldMk cId="3487994126" sldId="366"/>
        </pc:sldMkLst>
      </pc:sldChg>
      <pc:sldChg chg="del">
        <pc:chgData name="Marcos Moreno Verdu" userId="e16f21d8-7ade-4398-a799-6875fecfb860" providerId="ADAL" clId="{1AB6CF8B-C1D1-4992-8087-CC16F4FC76F5}" dt="2025-01-14T09:29:26.058" v="15" actId="47"/>
        <pc:sldMkLst>
          <pc:docMk/>
          <pc:sldMk cId="1157421542" sldId="367"/>
        </pc:sldMkLst>
      </pc:sldChg>
      <pc:sldChg chg="del">
        <pc:chgData name="Marcos Moreno Verdu" userId="e16f21d8-7ade-4398-a799-6875fecfb860" providerId="ADAL" clId="{1AB6CF8B-C1D1-4992-8087-CC16F4FC76F5}" dt="2025-01-14T09:29:26.517" v="17" actId="47"/>
        <pc:sldMkLst>
          <pc:docMk/>
          <pc:sldMk cId="1259563693" sldId="368"/>
        </pc:sldMkLst>
      </pc:sldChg>
      <pc:sldChg chg="del">
        <pc:chgData name="Marcos Moreno Verdu" userId="e16f21d8-7ade-4398-a799-6875fecfb860" providerId="ADAL" clId="{1AB6CF8B-C1D1-4992-8087-CC16F4FC76F5}" dt="2025-01-14T09:29:24.628" v="9" actId="47"/>
        <pc:sldMkLst>
          <pc:docMk/>
          <pc:sldMk cId="18654766" sldId="382"/>
        </pc:sldMkLst>
      </pc:sldChg>
      <pc:sldChg chg="del">
        <pc:chgData name="Marcos Moreno Verdu" userId="e16f21d8-7ade-4398-a799-6875fecfb860" providerId="ADAL" clId="{1AB6CF8B-C1D1-4992-8087-CC16F4FC76F5}" dt="2025-01-14T09:29:20.443" v="1" actId="47"/>
        <pc:sldMkLst>
          <pc:docMk/>
          <pc:sldMk cId="3826536244" sldId="3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C55A5-FE56-4CF4-A5EF-C761E215EC36}" type="datetimeFigureOut">
              <a:rPr lang="es-ES" smtClean="0"/>
              <a:t>14/06/2025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0FF0E-BFFE-4114-B108-4A4DD2D5DC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0837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2026" y="1590794"/>
            <a:ext cx="11016298" cy="3384092"/>
          </a:xfrm>
        </p:spPr>
        <p:txBody>
          <a:bodyPr anchor="b"/>
          <a:lstStyle>
            <a:lvl1pPr algn="ctr">
              <a:defRPr sz="850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044" y="5105389"/>
            <a:ext cx="9720263" cy="2346813"/>
          </a:xfrm>
        </p:spPr>
        <p:txBody>
          <a:bodyPr/>
          <a:lstStyle>
            <a:lvl1pPr marL="0" indent="0" algn="ctr">
              <a:buNone/>
              <a:defRPr sz="3402"/>
            </a:lvl1pPr>
            <a:lvl2pPr marL="648035" indent="0" algn="ctr">
              <a:buNone/>
              <a:defRPr sz="2835"/>
            </a:lvl2pPr>
            <a:lvl3pPr marL="1296071" indent="0" algn="ctr">
              <a:buNone/>
              <a:defRPr sz="2551"/>
            </a:lvl3pPr>
            <a:lvl4pPr marL="1944106" indent="0" algn="ctr">
              <a:buNone/>
              <a:defRPr sz="2268"/>
            </a:lvl4pPr>
            <a:lvl5pPr marL="2592141" indent="0" algn="ctr">
              <a:buNone/>
              <a:defRPr sz="2268"/>
            </a:lvl5pPr>
            <a:lvl6pPr marL="3240176" indent="0" algn="ctr">
              <a:buNone/>
              <a:defRPr sz="2268"/>
            </a:lvl6pPr>
            <a:lvl7pPr marL="3888212" indent="0" algn="ctr">
              <a:buNone/>
              <a:defRPr sz="2268"/>
            </a:lvl7pPr>
            <a:lvl8pPr marL="4536247" indent="0" algn="ctr">
              <a:buNone/>
              <a:defRPr sz="2268"/>
            </a:lvl8pPr>
            <a:lvl9pPr marL="5184282" indent="0" algn="ctr">
              <a:buNone/>
              <a:defRPr sz="2268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FF6AD-9520-40BF-A19A-9D7736D1F60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8834-EAEF-4BDD-8285-BAAE0DBCCB7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235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FF6AD-9520-40BF-A19A-9D7736D1F60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8834-EAEF-4BDD-8285-BAAE0DBCCB7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2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275" y="2423318"/>
            <a:ext cx="11178302" cy="4043359"/>
          </a:xfrm>
        </p:spPr>
        <p:txBody>
          <a:bodyPr anchor="b"/>
          <a:lstStyle>
            <a:lvl1pPr>
              <a:defRPr sz="850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275" y="6504929"/>
            <a:ext cx="11178302" cy="2126307"/>
          </a:xfrm>
        </p:spPr>
        <p:txBody>
          <a:bodyPr/>
          <a:lstStyle>
            <a:lvl1pPr marL="0" indent="0">
              <a:buNone/>
              <a:defRPr sz="3402">
                <a:solidFill>
                  <a:schemeClr val="tx1"/>
                </a:solidFill>
              </a:defRPr>
            </a:lvl1pPr>
            <a:lvl2pPr marL="648035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2pPr>
            <a:lvl3pPr marL="1296071" indent="0">
              <a:buNone/>
              <a:defRPr sz="2551">
                <a:solidFill>
                  <a:schemeClr val="tx1">
                    <a:tint val="75000"/>
                  </a:schemeClr>
                </a:solidFill>
              </a:defRPr>
            </a:lvl3pPr>
            <a:lvl4pPr marL="1944106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4pPr>
            <a:lvl5pPr marL="2592141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5pPr>
            <a:lvl6pPr marL="3240176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6pPr>
            <a:lvl7pPr marL="3888212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7pPr>
            <a:lvl8pPr marL="4536247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8pPr>
            <a:lvl9pPr marL="5184282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FF6AD-9520-40BF-A19A-9D7736D1F60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8834-EAEF-4BDD-8285-BAAE0DBCCB7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53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024" y="2587570"/>
            <a:ext cx="5508149" cy="616741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177" y="2587570"/>
            <a:ext cx="5508149" cy="616741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FF6AD-9520-40BF-A19A-9D7736D1F60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8834-EAEF-4BDD-8285-BAAE0DBCCB7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56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517516"/>
            <a:ext cx="11178302" cy="18788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713" y="2382815"/>
            <a:ext cx="5482835" cy="1167781"/>
          </a:xfrm>
        </p:spPr>
        <p:txBody>
          <a:bodyPr anchor="b"/>
          <a:lstStyle>
            <a:lvl1pPr marL="0" indent="0">
              <a:buNone/>
              <a:defRPr sz="3402" b="1"/>
            </a:lvl1pPr>
            <a:lvl2pPr marL="648035" indent="0">
              <a:buNone/>
              <a:defRPr sz="2835" b="1"/>
            </a:lvl2pPr>
            <a:lvl3pPr marL="1296071" indent="0">
              <a:buNone/>
              <a:defRPr sz="2551" b="1"/>
            </a:lvl3pPr>
            <a:lvl4pPr marL="1944106" indent="0">
              <a:buNone/>
              <a:defRPr sz="2268" b="1"/>
            </a:lvl4pPr>
            <a:lvl5pPr marL="2592141" indent="0">
              <a:buNone/>
              <a:defRPr sz="2268" b="1"/>
            </a:lvl5pPr>
            <a:lvl6pPr marL="3240176" indent="0">
              <a:buNone/>
              <a:defRPr sz="2268" b="1"/>
            </a:lvl6pPr>
            <a:lvl7pPr marL="3888212" indent="0">
              <a:buNone/>
              <a:defRPr sz="2268" b="1"/>
            </a:lvl7pPr>
            <a:lvl8pPr marL="4536247" indent="0">
              <a:buNone/>
              <a:defRPr sz="2268" b="1"/>
            </a:lvl8pPr>
            <a:lvl9pPr marL="5184282" indent="0">
              <a:buNone/>
              <a:defRPr sz="226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2713" y="3550596"/>
            <a:ext cx="5482835" cy="522239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61178" y="2382815"/>
            <a:ext cx="5509837" cy="1167781"/>
          </a:xfrm>
        </p:spPr>
        <p:txBody>
          <a:bodyPr anchor="b"/>
          <a:lstStyle>
            <a:lvl1pPr marL="0" indent="0">
              <a:buNone/>
              <a:defRPr sz="3402" b="1"/>
            </a:lvl1pPr>
            <a:lvl2pPr marL="648035" indent="0">
              <a:buNone/>
              <a:defRPr sz="2835" b="1"/>
            </a:lvl2pPr>
            <a:lvl3pPr marL="1296071" indent="0">
              <a:buNone/>
              <a:defRPr sz="2551" b="1"/>
            </a:lvl3pPr>
            <a:lvl4pPr marL="1944106" indent="0">
              <a:buNone/>
              <a:defRPr sz="2268" b="1"/>
            </a:lvl4pPr>
            <a:lvl5pPr marL="2592141" indent="0">
              <a:buNone/>
              <a:defRPr sz="2268" b="1"/>
            </a:lvl5pPr>
            <a:lvl6pPr marL="3240176" indent="0">
              <a:buNone/>
              <a:defRPr sz="2268" b="1"/>
            </a:lvl6pPr>
            <a:lvl7pPr marL="3888212" indent="0">
              <a:buNone/>
              <a:defRPr sz="2268" b="1"/>
            </a:lvl7pPr>
            <a:lvl8pPr marL="4536247" indent="0">
              <a:buNone/>
              <a:defRPr sz="2268" b="1"/>
            </a:lvl8pPr>
            <a:lvl9pPr marL="5184282" indent="0">
              <a:buNone/>
              <a:defRPr sz="226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61178" y="3550596"/>
            <a:ext cx="5509837" cy="522239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FF6AD-9520-40BF-A19A-9D7736D1F60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8834-EAEF-4BDD-8285-BAAE0DBCCB7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295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FF6AD-9520-40BF-A19A-9D7736D1F60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8834-EAEF-4BDD-8285-BAAE0DBCCB7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FF6AD-9520-40BF-A19A-9D7736D1F60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8834-EAEF-4BDD-8285-BAAE0DBCCB7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49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648018"/>
            <a:ext cx="4180050" cy="2268061"/>
          </a:xfrm>
        </p:spPr>
        <p:txBody>
          <a:bodyPr anchor="b"/>
          <a:lstStyle>
            <a:lvl1pPr>
              <a:defRPr sz="453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9837" y="1399540"/>
            <a:ext cx="6561177" cy="6907687"/>
          </a:xfrm>
        </p:spPr>
        <p:txBody>
          <a:bodyPr/>
          <a:lstStyle>
            <a:lvl1pPr>
              <a:defRPr sz="4536"/>
            </a:lvl1pPr>
            <a:lvl2pPr>
              <a:defRPr sz="3969"/>
            </a:lvl2pPr>
            <a:lvl3pPr>
              <a:defRPr sz="3402"/>
            </a:lvl3pPr>
            <a:lvl4pPr>
              <a:defRPr sz="2835"/>
            </a:lvl4pPr>
            <a:lvl5pPr>
              <a:defRPr sz="2835"/>
            </a:lvl5pPr>
            <a:lvl6pPr>
              <a:defRPr sz="2835"/>
            </a:lvl6pPr>
            <a:lvl7pPr>
              <a:defRPr sz="2835"/>
            </a:lvl7pPr>
            <a:lvl8pPr>
              <a:defRPr sz="2835"/>
            </a:lvl8pPr>
            <a:lvl9pPr>
              <a:defRPr sz="283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2" y="2916079"/>
            <a:ext cx="4180050" cy="5402397"/>
          </a:xfrm>
        </p:spPr>
        <p:txBody>
          <a:bodyPr/>
          <a:lstStyle>
            <a:lvl1pPr marL="0" indent="0">
              <a:buNone/>
              <a:defRPr sz="2268"/>
            </a:lvl1pPr>
            <a:lvl2pPr marL="648035" indent="0">
              <a:buNone/>
              <a:defRPr sz="1984"/>
            </a:lvl2pPr>
            <a:lvl3pPr marL="1296071" indent="0">
              <a:buNone/>
              <a:defRPr sz="1701"/>
            </a:lvl3pPr>
            <a:lvl4pPr marL="1944106" indent="0">
              <a:buNone/>
              <a:defRPr sz="1417"/>
            </a:lvl4pPr>
            <a:lvl5pPr marL="2592141" indent="0">
              <a:buNone/>
              <a:defRPr sz="1417"/>
            </a:lvl5pPr>
            <a:lvl6pPr marL="3240176" indent="0">
              <a:buNone/>
              <a:defRPr sz="1417"/>
            </a:lvl6pPr>
            <a:lvl7pPr marL="3888212" indent="0">
              <a:buNone/>
              <a:defRPr sz="1417"/>
            </a:lvl7pPr>
            <a:lvl8pPr marL="4536247" indent="0">
              <a:buNone/>
              <a:defRPr sz="1417"/>
            </a:lvl8pPr>
            <a:lvl9pPr marL="5184282" indent="0">
              <a:buNone/>
              <a:defRPr sz="141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FF6AD-9520-40BF-A19A-9D7736D1F60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8834-EAEF-4BDD-8285-BAAE0DBCCB7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36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648018"/>
            <a:ext cx="4180050" cy="2268061"/>
          </a:xfrm>
        </p:spPr>
        <p:txBody>
          <a:bodyPr anchor="b"/>
          <a:lstStyle>
            <a:lvl1pPr>
              <a:defRPr sz="453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09837" y="1399540"/>
            <a:ext cx="6561177" cy="6907687"/>
          </a:xfrm>
        </p:spPr>
        <p:txBody>
          <a:bodyPr anchor="t"/>
          <a:lstStyle>
            <a:lvl1pPr marL="0" indent="0">
              <a:buNone/>
              <a:defRPr sz="4536"/>
            </a:lvl1pPr>
            <a:lvl2pPr marL="648035" indent="0">
              <a:buNone/>
              <a:defRPr sz="3969"/>
            </a:lvl2pPr>
            <a:lvl3pPr marL="1296071" indent="0">
              <a:buNone/>
              <a:defRPr sz="3402"/>
            </a:lvl3pPr>
            <a:lvl4pPr marL="1944106" indent="0">
              <a:buNone/>
              <a:defRPr sz="2835"/>
            </a:lvl4pPr>
            <a:lvl5pPr marL="2592141" indent="0">
              <a:buNone/>
              <a:defRPr sz="2835"/>
            </a:lvl5pPr>
            <a:lvl6pPr marL="3240176" indent="0">
              <a:buNone/>
              <a:defRPr sz="2835"/>
            </a:lvl6pPr>
            <a:lvl7pPr marL="3888212" indent="0">
              <a:buNone/>
              <a:defRPr sz="2835"/>
            </a:lvl7pPr>
            <a:lvl8pPr marL="4536247" indent="0">
              <a:buNone/>
              <a:defRPr sz="2835"/>
            </a:lvl8pPr>
            <a:lvl9pPr marL="5184282" indent="0">
              <a:buNone/>
              <a:defRPr sz="283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2" y="2916079"/>
            <a:ext cx="4180050" cy="5402397"/>
          </a:xfrm>
        </p:spPr>
        <p:txBody>
          <a:bodyPr/>
          <a:lstStyle>
            <a:lvl1pPr marL="0" indent="0">
              <a:buNone/>
              <a:defRPr sz="2268"/>
            </a:lvl1pPr>
            <a:lvl2pPr marL="648035" indent="0">
              <a:buNone/>
              <a:defRPr sz="1984"/>
            </a:lvl2pPr>
            <a:lvl3pPr marL="1296071" indent="0">
              <a:buNone/>
              <a:defRPr sz="1701"/>
            </a:lvl3pPr>
            <a:lvl4pPr marL="1944106" indent="0">
              <a:buNone/>
              <a:defRPr sz="1417"/>
            </a:lvl4pPr>
            <a:lvl5pPr marL="2592141" indent="0">
              <a:buNone/>
              <a:defRPr sz="1417"/>
            </a:lvl5pPr>
            <a:lvl6pPr marL="3240176" indent="0">
              <a:buNone/>
              <a:defRPr sz="1417"/>
            </a:lvl6pPr>
            <a:lvl7pPr marL="3888212" indent="0">
              <a:buNone/>
              <a:defRPr sz="1417"/>
            </a:lvl7pPr>
            <a:lvl8pPr marL="4536247" indent="0">
              <a:buNone/>
              <a:defRPr sz="1417"/>
            </a:lvl8pPr>
            <a:lvl9pPr marL="5184282" indent="0">
              <a:buNone/>
              <a:defRPr sz="141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FF6AD-9520-40BF-A19A-9D7736D1F60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8834-EAEF-4BDD-8285-BAAE0DBCCB7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31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FF6AD-9520-40BF-A19A-9D7736D1F60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8834-EAEF-4BDD-8285-BAAE0DBCCB7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02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4751" y="517514"/>
            <a:ext cx="2794575" cy="823747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1025" y="517514"/>
            <a:ext cx="8221722" cy="823747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FF6AD-9520-40BF-A19A-9D7736D1F60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B8834-EAEF-4BDD-8285-BAAE0DBCCB7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70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024" y="517516"/>
            <a:ext cx="11178302" cy="1878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024" y="2587570"/>
            <a:ext cx="11178302" cy="61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1024" y="9009246"/>
            <a:ext cx="2916079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FF6AD-9520-40BF-A19A-9D7736D1F604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93116" y="9009246"/>
            <a:ext cx="4374118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3247" y="9009246"/>
            <a:ext cx="2916079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B8834-EAEF-4BDD-8285-BAAE0DBCCB7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6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296071" rtl="0" eaLnBrk="1" latinLnBrk="0" hangingPunct="1">
        <a:lnSpc>
          <a:spcPct val="90000"/>
        </a:lnSpc>
        <a:spcBef>
          <a:spcPct val="0"/>
        </a:spcBef>
        <a:buNone/>
        <a:defRPr sz="62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4018" indent="-324018" algn="l" defTabSz="1296071" rtl="0" eaLnBrk="1" latinLnBrk="0" hangingPunct="1">
        <a:lnSpc>
          <a:spcPct val="90000"/>
        </a:lnSpc>
        <a:spcBef>
          <a:spcPts val="1417"/>
        </a:spcBef>
        <a:buFont typeface="Arial" panose="020B0604020202020204" pitchFamily="34" charset="0"/>
        <a:buChar char="•"/>
        <a:defRPr sz="3969" kern="1200">
          <a:solidFill>
            <a:schemeClr val="tx1"/>
          </a:solidFill>
          <a:latin typeface="+mn-lt"/>
          <a:ea typeface="+mn-ea"/>
          <a:cs typeface="+mn-cs"/>
        </a:defRPr>
      </a:lvl1pPr>
      <a:lvl2pPr marL="972053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2pPr>
      <a:lvl3pPr marL="1620088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268123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4pPr>
      <a:lvl5pPr marL="2916159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5pPr>
      <a:lvl6pPr marL="3564194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6pPr>
      <a:lvl7pPr marL="4212229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7pPr>
      <a:lvl8pPr marL="4860265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8pPr>
      <a:lvl9pPr marL="5508300" indent="-324018" algn="l" defTabSz="1296071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1pPr>
      <a:lvl2pPr marL="648035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2pPr>
      <a:lvl3pPr marL="1296071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3pPr>
      <a:lvl4pPr marL="1944106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4pPr>
      <a:lvl5pPr marL="2592141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5pPr>
      <a:lvl6pPr marL="3240176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6pPr>
      <a:lvl7pPr marL="3888212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7pPr>
      <a:lvl8pPr marL="4536247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8pPr>
      <a:lvl9pPr marL="5184282" algn="l" defTabSz="1296071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DBE6BE7-C4D2-F7C7-9AD2-A0E598F33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387" y="2499779"/>
            <a:ext cx="5172647" cy="1972304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97FB376A-61D2-815C-6C15-92330430F181}"/>
              </a:ext>
            </a:extLst>
          </p:cNvPr>
          <p:cNvSpPr/>
          <p:nvPr/>
        </p:nvSpPr>
        <p:spPr>
          <a:xfrm>
            <a:off x="5248021" y="3396224"/>
            <a:ext cx="329184" cy="352913"/>
          </a:xfrm>
          <a:prstGeom prst="round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64CC9FB-3F0E-2A60-2FD6-2AB9588C8EB9}"/>
              </a:ext>
            </a:extLst>
          </p:cNvPr>
          <p:cNvSpPr/>
          <p:nvPr/>
        </p:nvSpPr>
        <p:spPr>
          <a:xfrm>
            <a:off x="5620639" y="3396224"/>
            <a:ext cx="329184" cy="352913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F96B115-D6A5-B182-3BAE-BFC2267178DC}"/>
              </a:ext>
            </a:extLst>
          </p:cNvPr>
          <p:cNvSpPr/>
          <p:nvPr/>
        </p:nvSpPr>
        <p:spPr>
          <a:xfrm>
            <a:off x="5949823" y="3396224"/>
            <a:ext cx="329184" cy="352913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117E517-96BA-2F2D-24D6-C853F3E8E47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996633">
                <a:tint val="45000"/>
                <a:satMod val="400000"/>
              </a:srgbClr>
            </a:duotone>
          </a:blip>
          <a:srcRect b="19151"/>
          <a:stretch/>
        </p:blipFill>
        <p:spPr>
          <a:xfrm flipH="1">
            <a:off x="4566412" y="4123726"/>
            <a:ext cx="2021586" cy="2998291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9602D37-C0CE-2F08-2619-269F774AA293}"/>
              </a:ext>
            </a:extLst>
          </p:cNvPr>
          <p:cNvSpPr/>
          <p:nvPr/>
        </p:nvSpPr>
        <p:spPr>
          <a:xfrm>
            <a:off x="6322441" y="3389366"/>
            <a:ext cx="329184" cy="352913"/>
          </a:xfrm>
          <a:prstGeom prst="round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9" name="Diagrama de flujo: terminador 8">
            <a:extLst>
              <a:ext uri="{FF2B5EF4-FFF2-40B4-BE49-F238E27FC236}">
                <a16:creationId xmlns:a16="http://schemas.microsoft.com/office/drawing/2014/main" id="{491CBA8E-A409-E882-966D-3B14E4DB7625}"/>
              </a:ext>
            </a:extLst>
          </p:cNvPr>
          <p:cNvSpPr/>
          <p:nvPr/>
        </p:nvSpPr>
        <p:spPr>
          <a:xfrm rot="5400000">
            <a:off x="5170261" y="4841238"/>
            <a:ext cx="602600" cy="211287"/>
          </a:xfrm>
          <a:prstGeom prst="flowChartTerminator">
            <a:avLst/>
          </a:pr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Diagrama de flujo: terminador 12">
            <a:extLst>
              <a:ext uri="{FF2B5EF4-FFF2-40B4-BE49-F238E27FC236}">
                <a16:creationId xmlns:a16="http://schemas.microsoft.com/office/drawing/2014/main" id="{EAD8DC5D-83DA-90FF-D4C5-54D5E13DADAF}"/>
              </a:ext>
            </a:extLst>
          </p:cNvPr>
          <p:cNvSpPr/>
          <p:nvPr/>
        </p:nvSpPr>
        <p:spPr>
          <a:xfrm rot="5400000">
            <a:off x="5504062" y="4817807"/>
            <a:ext cx="602600" cy="211287"/>
          </a:xfrm>
          <a:prstGeom prst="flowChartTerminator">
            <a:avLst/>
          </a:prstGeom>
          <a:solidFill>
            <a:srgbClr val="00B05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Diagrama de flujo: terminador 13">
            <a:extLst>
              <a:ext uri="{FF2B5EF4-FFF2-40B4-BE49-F238E27FC236}">
                <a16:creationId xmlns:a16="http://schemas.microsoft.com/office/drawing/2014/main" id="{06476AA0-99C2-CBB9-C71A-0F87F7771B36}"/>
              </a:ext>
            </a:extLst>
          </p:cNvPr>
          <p:cNvSpPr/>
          <p:nvPr/>
        </p:nvSpPr>
        <p:spPr>
          <a:xfrm rot="5400000">
            <a:off x="5825993" y="4841238"/>
            <a:ext cx="602600" cy="211287"/>
          </a:xfrm>
          <a:prstGeom prst="flowChartTerminator">
            <a:avLst/>
          </a:prstGeom>
          <a:solidFill>
            <a:schemeClr val="accent4"/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Diagrama de flujo: terminador 14">
            <a:extLst>
              <a:ext uri="{FF2B5EF4-FFF2-40B4-BE49-F238E27FC236}">
                <a16:creationId xmlns:a16="http://schemas.microsoft.com/office/drawing/2014/main" id="{72026B0B-5B17-3F9B-A974-D1D5E68B7AE9}"/>
              </a:ext>
            </a:extLst>
          </p:cNvPr>
          <p:cNvSpPr/>
          <p:nvPr/>
        </p:nvSpPr>
        <p:spPr>
          <a:xfrm rot="5400000">
            <a:off x="6122166" y="5142538"/>
            <a:ext cx="602600" cy="211287"/>
          </a:xfrm>
          <a:prstGeom prst="flowChartTerminator">
            <a:avLst/>
          </a:prstGeom>
          <a:solidFill>
            <a:srgbClr val="7030A0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CB73F62-A564-15F1-B2DB-C7390038AB42}"/>
              </a:ext>
            </a:extLst>
          </p:cNvPr>
          <p:cNvSpPr txBox="1"/>
          <p:nvPr/>
        </p:nvSpPr>
        <p:spPr>
          <a:xfrm>
            <a:off x="469900" y="385975"/>
            <a:ext cx="4241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Editable. Next slide not editable, for output</a:t>
            </a:r>
          </a:p>
        </p:txBody>
      </p:sp>
    </p:spTree>
    <p:extLst>
      <p:ext uri="{BB962C8B-B14F-4D97-AF65-F5344CB8AC3E}">
        <p14:creationId xmlns:p14="http://schemas.microsoft.com/office/powerpoint/2010/main" val="3701997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DBE6BE7-C4D2-F7C7-9AD2-A0E598F33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387" y="2499779"/>
            <a:ext cx="5172647" cy="1972304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97FB376A-61D2-815C-6C15-92330430F181}"/>
              </a:ext>
            </a:extLst>
          </p:cNvPr>
          <p:cNvSpPr/>
          <p:nvPr/>
        </p:nvSpPr>
        <p:spPr>
          <a:xfrm>
            <a:off x="5248021" y="3396224"/>
            <a:ext cx="329184" cy="352913"/>
          </a:xfrm>
          <a:prstGeom prst="round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64CC9FB-3F0E-2A60-2FD6-2AB9588C8EB9}"/>
              </a:ext>
            </a:extLst>
          </p:cNvPr>
          <p:cNvSpPr/>
          <p:nvPr/>
        </p:nvSpPr>
        <p:spPr>
          <a:xfrm>
            <a:off x="5620639" y="3396224"/>
            <a:ext cx="329184" cy="352913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F96B115-D6A5-B182-3BAE-BFC2267178DC}"/>
              </a:ext>
            </a:extLst>
          </p:cNvPr>
          <p:cNvSpPr/>
          <p:nvPr/>
        </p:nvSpPr>
        <p:spPr>
          <a:xfrm>
            <a:off x="5949823" y="3396224"/>
            <a:ext cx="329184" cy="352913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9602D37-C0CE-2F08-2619-269F774AA293}"/>
              </a:ext>
            </a:extLst>
          </p:cNvPr>
          <p:cNvSpPr/>
          <p:nvPr/>
        </p:nvSpPr>
        <p:spPr>
          <a:xfrm>
            <a:off x="6322441" y="3389366"/>
            <a:ext cx="329184" cy="352913"/>
          </a:xfrm>
          <a:prstGeom prst="round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CB73F62-A564-15F1-B2DB-C7390038AB42}"/>
              </a:ext>
            </a:extLst>
          </p:cNvPr>
          <p:cNvSpPr txBox="1"/>
          <p:nvPr/>
        </p:nvSpPr>
        <p:spPr>
          <a:xfrm>
            <a:off x="469900" y="385975"/>
            <a:ext cx="4241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Editable. Next slide not editable, for output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B7719A9-7C03-92CA-BC69-455CC80DB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48021" y="4094163"/>
            <a:ext cx="2024047" cy="299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25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AE8FCC9-1AFC-D294-9155-5C4956C50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875" y="360131"/>
            <a:ext cx="10068600" cy="9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80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7CC7C07-37BC-453E-8262-2E62628A4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5" y="394058"/>
            <a:ext cx="10122017" cy="9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605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DBE6BE7-C4D2-F7C7-9AD2-A0E598F33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387" y="2499779"/>
            <a:ext cx="5172647" cy="1972304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97FB376A-61D2-815C-6C15-92330430F181}"/>
              </a:ext>
            </a:extLst>
          </p:cNvPr>
          <p:cNvSpPr/>
          <p:nvPr/>
        </p:nvSpPr>
        <p:spPr>
          <a:xfrm>
            <a:off x="5248021" y="3396224"/>
            <a:ext cx="329184" cy="352913"/>
          </a:xfrm>
          <a:prstGeom prst="round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64CC9FB-3F0E-2A60-2FD6-2AB9588C8EB9}"/>
              </a:ext>
            </a:extLst>
          </p:cNvPr>
          <p:cNvSpPr/>
          <p:nvPr/>
        </p:nvSpPr>
        <p:spPr>
          <a:xfrm>
            <a:off x="5620639" y="3396224"/>
            <a:ext cx="329184" cy="352913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F96B115-D6A5-B182-3BAE-BFC2267178DC}"/>
              </a:ext>
            </a:extLst>
          </p:cNvPr>
          <p:cNvSpPr/>
          <p:nvPr/>
        </p:nvSpPr>
        <p:spPr>
          <a:xfrm>
            <a:off x="5949823" y="3396224"/>
            <a:ext cx="329184" cy="352913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117E517-96BA-2F2D-24D6-C853F3E8E47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996633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5268214" y="4123726"/>
            <a:ext cx="2021586" cy="3708518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89602D37-C0CE-2F08-2619-269F774AA293}"/>
              </a:ext>
            </a:extLst>
          </p:cNvPr>
          <p:cNvSpPr/>
          <p:nvPr/>
        </p:nvSpPr>
        <p:spPr>
          <a:xfrm>
            <a:off x="6322441" y="3389366"/>
            <a:ext cx="329184" cy="352913"/>
          </a:xfrm>
          <a:prstGeom prst="round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9" name="Diagrama de flujo: terminador 8">
            <a:extLst>
              <a:ext uri="{FF2B5EF4-FFF2-40B4-BE49-F238E27FC236}">
                <a16:creationId xmlns:a16="http://schemas.microsoft.com/office/drawing/2014/main" id="{491CBA8E-A409-E882-966D-3B14E4DB7625}"/>
              </a:ext>
            </a:extLst>
          </p:cNvPr>
          <p:cNvSpPr/>
          <p:nvPr/>
        </p:nvSpPr>
        <p:spPr>
          <a:xfrm rot="16200000" flipH="1">
            <a:off x="6088951" y="4834380"/>
            <a:ext cx="602600" cy="211287"/>
          </a:xfrm>
          <a:prstGeom prst="flowChartTerminator">
            <a:avLst/>
          </a:prstGeom>
          <a:solidFill>
            <a:srgbClr val="00B0F0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Diagrama de flujo: terminador 12">
            <a:extLst>
              <a:ext uri="{FF2B5EF4-FFF2-40B4-BE49-F238E27FC236}">
                <a16:creationId xmlns:a16="http://schemas.microsoft.com/office/drawing/2014/main" id="{EAD8DC5D-83DA-90FF-D4C5-54D5E13DADAF}"/>
              </a:ext>
            </a:extLst>
          </p:cNvPr>
          <p:cNvSpPr/>
          <p:nvPr/>
        </p:nvSpPr>
        <p:spPr>
          <a:xfrm rot="16200000" flipH="1">
            <a:off x="5754167" y="4809353"/>
            <a:ext cx="602600" cy="211287"/>
          </a:xfrm>
          <a:prstGeom prst="flowChartTerminator">
            <a:avLst/>
          </a:prstGeom>
          <a:solidFill>
            <a:srgbClr val="00B05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Diagrama de flujo: terminador 13">
            <a:extLst>
              <a:ext uri="{FF2B5EF4-FFF2-40B4-BE49-F238E27FC236}">
                <a16:creationId xmlns:a16="http://schemas.microsoft.com/office/drawing/2014/main" id="{06476AA0-99C2-CBB9-C71A-0F87F7771B36}"/>
              </a:ext>
            </a:extLst>
          </p:cNvPr>
          <p:cNvSpPr/>
          <p:nvPr/>
        </p:nvSpPr>
        <p:spPr>
          <a:xfrm rot="16200000" flipH="1">
            <a:off x="5417216" y="4856219"/>
            <a:ext cx="602600" cy="211287"/>
          </a:xfrm>
          <a:prstGeom prst="flowChartTerminator">
            <a:avLst/>
          </a:prstGeom>
          <a:solidFill>
            <a:schemeClr val="accent4"/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Diagrama de flujo: terminador 14">
            <a:extLst>
              <a:ext uri="{FF2B5EF4-FFF2-40B4-BE49-F238E27FC236}">
                <a16:creationId xmlns:a16="http://schemas.microsoft.com/office/drawing/2014/main" id="{72026B0B-5B17-3F9B-A974-D1D5E68B7AE9}"/>
              </a:ext>
            </a:extLst>
          </p:cNvPr>
          <p:cNvSpPr/>
          <p:nvPr/>
        </p:nvSpPr>
        <p:spPr>
          <a:xfrm rot="16200000" flipH="1">
            <a:off x="5125906" y="5142538"/>
            <a:ext cx="602600" cy="211287"/>
          </a:xfrm>
          <a:prstGeom prst="flowChartTerminator">
            <a:avLst/>
          </a:prstGeom>
          <a:solidFill>
            <a:srgbClr val="7030A0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5839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0057EB9-63BA-1BB1-13E0-350DF7E742D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996633">
                <a:tint val="45000"/>
                <a:satMod val="400000"/>
              </a:srgbClr>
            </a:duotone>
          </a:blip>
          <a:srcRect t="11925" b="17288"/>
          <a:stretch/>
        </p:blipFill>
        <p:spPr>
          <a:xfrm flipH="1">
            <a:off x="6687440" y="2729579"/>
            <a:ext cx="2948268" cy="3828509"/>
          </a:xfrm>
          <a:prstGeom prst="rect">
            <a:avLst/>
          </a:prstGeom>
        </p:spPr>
      </p:pic>
      <p:pic>
        <p:nvPicPr>
          <p:cNvPr id="100" name="Imagen 99">
            <a:extLst>
              <a:ext uri="{FF2B5EF4-FFF2-40B4-BE49-F238E27FC236}">
                <a16:creationId xmlns:a16="http://schemas.microsoft.com/office/drawing/2014/main" id="{6346687E-4F9C-4BFC-5271-FB3C4F2C0D7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996633">
                <a:tint val="45000"/>
                <a:satMod val="400000"/>
              </a:srgbClr>
            </a:duotone>
          </a:blip>
          <a:srcRect t="11925" b="17288"/>
          <a:stretch/>
        </p:blipFill>
        <p:spPr>
          <a:xfrm flipH="1">
            <a:off x="2776095" y="2729579"/>
            <a:ext cx="2948268" cy="3828509"/>
          </a:xfrm>
          <a:prstGeom prst="rect">
            <a:avLst/>
          </a:prstGeom>
        </p:spPr>
      </p:pic>
      <p:cxnSp>
        <p:nvCxnSpPr>
          <p:cNvPr id="38" name="Conector recto 72">
            <a:extLst>
              <a:ext uri="{FF2B5EF4-FFF2-40B4-BE49-F238E27FC236}">
                <a16:creationId xmlns:a16="http://schemas.microsoft.com/office/drawing/2014/main" id="{9E537F79-368F-2844-C31A-ACF16F0313F1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4092882" y="4195043"/>
            <a:ext cx="1141095" cy="5713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23">
            <a:extLst>
              <a:ext uri="{FF2B5EF4-FFF2-40B4-BE49-F238E27FC236}">
                <a16:creationId xmlns:a16="http://schemas.microsoft.com/office/drawing/2014/main" id="{263A1FCB-2F3F-9B6C-B027-DF224E34CBDC}"/>
              </a:ext>
            </a:extLst>
          </p:cNvPr>
          <p:cNvCxnSpPr>
            <a:cxnSpLocks/>
          </p:cNvCxnSpPr>
          <p:nvPr/>
        </p:nvCxnSpPr>
        <p:spPr>
          <a:xfrm>
            <a:off x="4084346" y="4024262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24">
            <a:extLst>
              <a:ext uri="{FF2B5EF4-FFF2-40B4-BE49-F238E27FC236}">
                <a16:creationId xmlns:a16="http://schemas.microsoft.com/office/drawing/2014/main" id="{BBCD785E-F555-8E35-3B9B-92D01AF59B16}"/>
              </a:ext>
            </a:extLst>
          </p:cNvPr>
          <p:cNvCxnSpPr>
            <a:cxnSpLocks/>
          </p:cNvCxnSpPr>
          <p:nvPr/>
        </p:nvCxnSpPr>
        <p:spPr>
          <a:xfrm>
            <a:off x="4534576" y="4024261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25">
            <a:extLst>
              <a:ext uri="{FF2B5EF4-FFF2-40B4-BE49-F238E27FC236}">
                <a16:creationId xmlns:a16="http://schemas.microsoft.com/office/drawing/2014/main" id="{F32BAF57-4FE4-E617-B87D-A13978E05385}"/>
              </a:ext>
            </a:extLst>
          </p:cNvPr>
          <p:cNvCxnSpPr>
            <a:cxnSpLocks/>
          </p:cNvCxnSpPr>
          <p:nvPr/>
        </p:nvCxnSpPr>
        <p:spPr>
          <a:xfrm>
            <a:off x="4961170" y="4024262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26">
            <a:extLst>
              <a:ext uri="{FF2B5EF4-FFF2-40B4-BE49-F238E27FC236}">
                <a16:creationId xmlns:a16="http://schemas.microsoft.com/office/drawing/2014/main" id="{4EF9A75F-7D6A-0935-B26C-61A12189EF7E}"/>
              </a:ext>
            </a:extLst>
          </p:cNvPr>
          <p:cNvCxnSpPr>
            <a:cxnSpLocks/>
          </p:cNvCxnSpPr>
          <p:nvPr/>
        </p:nvCxnSpPr>
        <p:spPr>
          <a:xfrm>
            <a:off x="5326430" y="4024262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31">
            <a:extLst>
              <a:ext uri="{FF2B5EF4-FFF2-40B4-BE49-F238E27FC236}">
                <a16:creationId xmlns:a16="http://schemas.microsoft.com/office/drawing/2014/main" id="{4BC6B25C-E4B3-DF9C-0DDB-B6EF388A2850}"/>
              </a:ext>
            </a:extLst>
          </p:cNvPr>
          <p:cNvSpPr/>
          <p:nvPr/>
        </p:nvSpPr>
        <p:spPr>
          <a:xfrm>
            <a:off x="3998207" y="4104906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33">
            <a:extLst>
              <a:ext uri="{FF2B5EF4-FFF2-40B4-BE49-F238E27FC236}">
                <a16:creationId xmlns:a16="http://schemas.microsoft.com/office/drawing/2014/main" id="{850C7E3B-18A7-9177-224F-CFA734A01134}"/>
              </a:ext>
            </a:extLst>
          </p:cNvPr>
          <p:cNvSpPr/>
          <p:nvPr/>
        </p:nvSpPr>
        <p:spPr>
          <a:xfrm>
            <a:off x="4879068" y="4543239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34">
            <a:extLst>
              <a:ext uri="{FF2B5EF4-FFF2-40B4-BE49-F238E27FC236}">
                <a16:creationId xmlns:a16="http://schemas.microsoft.com/office/drawing/2014/main" id="{41587577-3779-B7C0-B37C-6D32D39AC685}"/>
              </a:ext>
            </a:extLst>
          </p:cNvPr>
          <p:cNvSpPr/>
          <p:nvPr/>
        </p:nvSpPr>
        <p:spPr>
          <a:xfrm>
            <a:off x="5233977" y="4680248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35">
            <a:extLst>
              <a:ext uri="{FF2B5EF4-FFF2-40B4-BE49-F238E27FC236}">
                <a16:creationId xmlns:a16="http://schemas.microsoft.com/office/drawing/2014/main" id="{AC9E040C-DDFE-484F-00E1-B451CB760707}"/>
              </a:ext>
            </a:extLst>
          </p:cNvPr>
          <p:cNvSpPr/>
          <p:nvPr/>
        </p:nvSpPr>
        <p:spPr>
          <a:xfrm>
            <a:off x="5222408" y="5103666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Elipse 36">
            <a:extLst>
              <a:ext uri="{FF2B5EF4-FFF2-40B4-BE49-F238E27FC236}">
                <a16:creationId xmlns:a16="http://schemas.microsoft.com/office/drawing/2014/main" id="{6379437C-0B1B-F674-C09B-11B3F7E17FE5}"/>
              </a:ext>
            </a:extLst>
          </p:cNvPr>
          <p:cNvSpPr/>
          <p:nvPr/>
        </p:nvSpPr>
        <p:spPr>
          <a:xfrm>
            <a:off x="4888427" y="5338861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Elipse 37">
            <a:extLst>
              <a:ext uri="{FF2B5EF4-FFF2-40B4-BE49-F238E27FC236}">
                <a16:creationId xmlns:a16="http://schemas.microsoft.com/office/drawing/2014/main" id="{1A491C4F-445F-BC29-E51D-94A0E77208C5}"/>
              </a:ext>
            </a:extLst>
          </p:cNvPr>
          <p:cNvSpPr/>
          <p:nvPr/>
        </p:nvSpPr>
        <p:spPr>
          <a:xfrm>
            <a:off x="4448437" y="5581992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Elipse 39">
            <a:extLst>
              <a:ext uri="{FF2B5EF4-FFF2-40B4-BE49-F238E27FC236}">
                <a16:creationId xmlns:a16="http://schemas.microsoft.com/office/drawing/2014/main" id="{06698A81-4BDC-9639-273A-4EC8679F6A30}"/>
              </a:ext>
            </a:extLst>
          </p:cNvPr>
          <p:cNvSpPr/>
          <p:nvPr/>
        </p:nvSpPr>
        <p:spPr>
          <a:xfrm>
            <a:off x="3995859" y="5853095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9" name="Conector recto 75">
            <a:extLst>
              <a:ext uri="{FF2B5EF4-FFF2-40B4-BE49-F238E27FC236}">
                <a16:creationId xmlns:a16="http://schemas.microsoft.com/office/drawing/2014/main" id="{4BB106A0-5BE0-22A7-FA0E-56D510D05A0A}"/>
              </a:ext>
            </a:extLst>
          </p:cNvPr>
          <p:cNvCxnSpPr>
            <a:cxnSpLocks/>
            <a:stCxn id="19" idx="7"/>
            <a:endCxn id="16" idx="3"/>
          </p:cNvCxnSpPr>
          <p:nvPr/>
        </p:nvCxnSpPr>
        <p:spPr>
          <a:xfrm flipV="1">
            <a:off x="4142907" y="5250715"/>
            <a:ext cx="1104730" cy="6276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78">
            <a:extLst>
              <a:ext uri="{FF2B5EF4-FFF2-40B4-BE49-F238E27FC236}">
                <a16:creationId xmlns:a16="http://schemas.microsoft.com/office/drawing/2014/main" id="{AD9749FB-ADDC-FFCA-A9E3-5BF64C17FB43}"/>
              </a:ext>
            </a:extLst>
          </p:cNvPr>
          <p:cNvCxnSpPr>
            <a:cxnSpLocks/>
          </p:cNvCxnSpPr>
          <p:nvPr/>
        </p:nvCxnSpPr>
        <p:spPr>
          <a:xfrm>
            <a:off x="5323744" y="4794281"/>
            <a:ext cx="6794" cy="43899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23">
            <a:extLst>
              <a:ext uri="{FF2B5EF4-FFF2-40B4-BE49-F238E27FC236}">
                <a16:creationId xmlns:a16="http://schemas.microsoft.com/office/drawing/2014/main" id="{B59E1CB0-2174-BA75-9DB2-8575600D2086}"/>
              </a:ext>
            </a:extLst>
          </p:cNvPr>
          <p:cNvCxnSpPr>
            <a:cxnSpLocks/>
          </p:cNvCxnSpPr>
          <p:nvPr/>
        </p:nvCxnSpPr>
        <p:spPr>
          <a:xfrm>
            <a:off x="8007055" y="4078608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24">
            <a:extLst>
              <a:ext uri="{FF2B5EF4-FFF2-40B4-BE49-F238E27FC236}">
                <a16:creationId xmlns:a16="http://schemas.microsoft.com/office/drawing/2014/main" id="{F79B6D49-FCAA-D06A-82D0-AD700D89D7ED}"/>
              </a:ext>
            </a:extLst>
          </p:cNvPr>
          <p:cNvCxnSpPr>
            <a:cxnSpLocks/>
          </p:cNvCxnSpPr>
          <p:nvPr/>
        </p:nvCxnSpPr>
        <p:spPr>
          <a:xfrm>
            <a:off x="8454611" y="4078608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25">
            <a:extLst>
              <a:ext uri="{FF2B5EF4-FFF2-40B4-BE49-F238E27FC236}">
                <a16:creationId xmlns:a16="http://schemas.microsoft.com/office/drawing/2014/main" id="{F59C04F1-A976-73FA-ED2E-AAC84D98959C}"/>
              </a:ext>
            </a:extLst>
          </p:cNvPr>
          <p:cNvCxnSpPr>
            <a:cxnSpLocks/>
          </p:cNvCxnSpPr>
          <p:nvPr/>
        </p:nvCxnSpPr>
        <p:spPr>
          <a:xfrm>
            <a:off x="8893023" y="4078608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26">
            <a:extLst>
              <a:ext uri="{FF2B5EF4-FFF2-40B4-BE49-F238E27FC236}">
                <a16:creationId xmlns:a16="http://schemas.microsoft.com/office/drawing/2014/main" id="{BF181248-9149-1F4B-A5ED-CB153170969F}"/>
              </a:ext>
            </a:extLst>
          </p:cNvPr>
          <p:cNvCxnSpPr>
            <a:cxnSpLocks/>
          </p:cNvCxnSpPr>
          <p:nvPr/>
        </p:nvCxnSpPr>
        <p:spPr>
          <a:xfrm>
            <a:off x="9258283" y="4078608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Elipse 31">
            <a:extLst>
              <a:ext uri="{FF2B5EF4-FFF2-40B4-BE49-F238E27FC236}">
                <a16:creationId xmlns:a16="http://schemas.microsoft.com/office/drawing/2014/main" id="{E92A23D3-AB03-8ED2-2ED3-89C14C98955B}"/>
              </a:ext>
            </a:extLst>
          </p:cNvPr>
          <p:cNvSpPr/>
          <p:nvPr/>
        </p:nvSpPr>
        <p:spPr>
          <a:xfrm>
            <a:off x="7920916" y="4159252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" name="Elipse 32">
            <a:extLst>
              <a:ext uri="{FF2B5EF4-FFF2-40B4-BE49-F238E27FC236}">
                <a16:creationId xmlns:a16="http://schemas.microsoft.com/office/drawing/2014/main" id="{75C696F9-3583-00D2-DABB-3D2E274FC6A0}"/>
              </a:ext>
            </a:extLst>
          </p:cNvPr>
          <p:cNvSpPr/>
          <p:nvPr/>
        </p:nvSpPr>
        <p:spPr>
          <a:xfrm>
            <a:off x="9147921" y="4394640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Elipse 33">
            <a:extLst>
              <a:ext uri="{FF2B5EF4-FFF2-40B4-BE49-F238E27FC236}">
                <a16:creationId xmlns:a16="http://schemas.microsoft.com/office/drawing/2014/main" id="{5BC0A8B6-D514-22D1-25CA-30C96F8F73A3}"/>
              </a:ext>
            </a:extLst>
          </p:cNvPr>
          <p:cNvSpPr/>
          <p:nvPr/>
        </p:nvSpPr>
        <p:spPr>
          <a:xfrm>
            <a:off x="8364624" y="4558666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8" name="Elipse 34">
            <a:extLst>
              <a:ext uri="{FF2B5EF4-FFF2-40B4-BE49-F238E27FC236}">
                <a16:creationId xmlns:a16="http://schemas.microsoft.com/office/drawing/2014/main" id="{2D7EFA1D-1E5E-579E-CF9C-7C989F5F149C}"/>
              </a:ext>
            </a:extLst>
          </p:cNvPr>
          <p:cNvSpPr/>
          <p:nvPr/>
        </p:nvSpPr>
        <p:spPr>
          <a:xfrm>
            <a:off x="8809214" y="4734594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9" name="Elipse 35">
            <a:extLst>
              <a:ext uri="{FF2B5EF4-FFF2-40B4-BE49-F238E27FC236}">
                <a16:creationId xmlns:a16="http://schemas.microsoft.com/office/drawing/2014/main" id="{07FEE4AE-120E-764A-A77F-30780EFCABD3}"/>
              </a:ext>
            </a:extLst>
          </p:cNvPr>
          <p:cNvSpPr/>
          <p:nvPr/>
        </p:nvSpPr>
        <p:spPr>
          <a:xfrm>
            <a:off x="8810492" y="5170211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0" name="Elipse 36">
            <a:extLst>
              <a:ext uri="{FF2B5EF4-FFF2-40B4-BE49-F238E27FC236}">
                <a16:creationId xmlns:a16="http://schemas.microsoft.com/office/drawing/2014/main" id="{2686527B-FC3C-2E46-3872-B54C9251FB14}"/>
              </a:ext>
            </a:extLst>
          </p:cNvPr>
          <p:cNvSpPr/>
          <p:nvPr/>
        </p:nvSpPr>
        <p:spPr>
          <a:xfrm>
            <a:off x="8363080" y="5393207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1" name="Elipse 37">
            <a:extLst>
              <a:ext uri="{FF2B5EF4-FFF2-40B4-BE49-F238E27FC236}">
                <a16:creationId xmlns:a16="http://schemas.microsoft.com/office/drawing/2014/main" id="{F90F7DC7-C832-BC53-9CB5-13D9EA0C6326}"/>
              </a:ext>
            </a:extLst>
          </p:cNvPr>
          <p:cNvSpPr/>
          <p:nvPr/>
        </p:nvSpPr>
        <p:spPr>
          <a:xfrm>
            <a:off x="9159157" y="5636338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2" name="Elipse 39">
            <a:extLst>
              <a:ext uri="{FF2B5EF4-FFF2-40B4-BE49-F238E27FC236}">
                <a16:creationId xmlns:a16="http://schemas.microsoft.com/office/drawing/2014/main" id="{20353A21-2091-A0EA-64BB-8BD0D4D2F5C8}"/>
              </a:ext>
            </a:extLst>
          </p:cNvPr>
          <p:cNvSpPr/>
          <p:nvPr/>
        </p:nvSpPr>
        <p:spPr>
          <a:xfrm>
            <a:off x="7909424" y="5907441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3" name="Conector recto 72">
            <a:extLst>
              <a:ext uri="{FF2B5EF4-FFF2-40B4-BE49-F238E27FC236}">
                <a16:creationId xmlns:a16="http://schemas.microsoft.com/office/drawing/2014/main" id="{33907F6A-DCC5-D74D-AD85-EA7D18120522}"/>
              </a:ext>
            </a:extLst>
          </p:cNvPr>
          <p:cNvCxnSpPr>
            <a:cxnSpLocks/>
            <a:stCxn id="75" idx="6"/>
            <a:endCxn id="76" idx="6"/>
          </p:cNvCxnSpPr>
          <p:nvPr/>
        </p:nvCxnSpPr>
        <p:spPr>
          <a:xfrm>
            <a:off x="8093195" y="4245391"/>
            <a:ext cx="1227005" cy="2353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78">
            <a:extLst>
              <a:ext uri="{FF2B5EF4-FFF2-40B4-BE49-F238E27FC236}">
                <a16:creationId xmlns:a16="http://schemas.microsoft.com/office/drawing/2014/main" id="{4DC8F96F-9BFC-F76F-CA91-59EF72FEFC48}"/>
              </a:ext>
            </a:extLst>
          </p:cNvPr>
          <p:cNvCxnSpPr>
            <a:cxnSpLocks/>
          </p:cNvCxnSpPr>
          <p:nvPr/>
        </p:nvCxnSpPr>
        <p:spPr>
          <a:xfrm>
            <a:off x="8889626" y="4848627"/>
            <a:ext cx="6794" cy="43899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3">
            <a:extLst>
              <a:ext uri="{FF2B5EF4-FFF2-40B4-BE49-F238E27FC236}">
                <a16:creationId xmlns:a16="http://schemas.microsoft.com/office/drawing/2014/main" id="{22E2282C-DC6F-3E99-A5CA-1E3AB93F3ECD}"/>
              </a:ext>
            </a:extLst>
          </p:cNvPr>
          <p:cNvCxnSpPr>
            <a:cxnSpLocks/>
          </p:cNvCxnSpPr>
          <p:nvPr/>
        </p:nvCxnSpPr>
        <p:spPr>
          <a:xfrm>
            <a:off x="8532874" y="4675945"/>
            <a:ext cx="448618" cy="1447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3D4EC1F5-BED7-9E65-3D65-FCE374C50EDE}"/>
              </a:ext>
            </a:extLst>
          </p:cNvPr>
          <p:cNvCxnSpPr>
            <a:cxnSpLocks/>
            <a:endCxn id="77" idx="6"/>
          </p:cNvCxnSpPr>
          <p:nvPr/>
        </p:nvCxnSpPr>
        <p:spPr>
          <a:xfrm flipH="1">
            <a:off x="8536903" y="4486249"/>
            <a:ext cx="641019" cy="1585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89">
            <a:extLst>
              <a:ext uri="{FF2B5EF4-FFF2-40B4-BE49-F238E27FC236}">
                <a16:creationId xmlns:a16="http://schemas.microsoft.com/office/drawing/2014/main" id="{B59D7A21-0B3E-EE52-298E-E58A72D06AC8}"/>
              </a:ext>
            </a:extLst>
          </p:cNvPr>
          <p:cNvCxnSpPr>
            <a:cxnSpLocks/>
            <a:stCxn id="81" idx="6"/>
            <a:endCxn id="80" idx="2"/>
          </p:cNvCxnSpPr>
          <p:nvPr/>
        </p:nvCxnSpPr>
        <p:spPr>
          <a:xfrm flipH="1" flipV="1">
            <a:off x="8363079" y="5479347"/>
            <a:ext cx="968356" cy="2431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92">
            <a:extLst>
              <a:ext uri="{FF2B5EF4-FFF2-40B4-BE49-F238E27FC236}">
                <a16:creationId xmlns:a16="http://schemas.microsoft.com/office/drawing/2014/main" id="{96422E32-1056-35AB-4434-3584387486CD}"/>
              </a:ext>
            </a:extLst>
          </p:cNvPr>
          <p:cNvCxnSpPr>
            <a:cxnSpLocks/>
            <a:stCxn id="81" idx="3"/>
            <a:endCxn id="82" idx="6"/>
          </p:cNvCxnSpPr>
          <p:nvPr/>
        </p:nvCxnSpPr>
        <p:spPr>
          <a:xfrm flipH="1">
            <a:off x="8081702" y="5783386"/>
            <a:ext cx="1102684" cy="2101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96">
            <a:extLst>
              <a:ext uri="{FF2B5EF4-FFF2-40B4-BE49-F238E27FC236}">
                <a16:creationId xmlns:a16="http://schemas.microsoft.com/office/drawing/2014/main" id="{A6838043-8C94-9A65-EC03-F1DC9D733515}"/>
              </a:ext>
            </a:extLst>
          </p:cNvPr>
          <p:cNvCxnSpPr>
            <a:cxnSpLocks/>
            <a:stCxn id="79" idx="6"/>
            <a:endCxn id="80" idx="7"/>
          </p:cNvCxnSpPr>
          <p:nvPr/>
        </p:nvCxnSpPr>
        <p:spPr>
          <a:xfrm flipH="1">
            <a:off x="8510128" y="5256351"/>
            <a:ext cx="472642" cy="1620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32">
            <a:extLst>
              <a:ext uri="{FF2B5EF4-FFF2-40B4-BE49-F238E27FC236}">
                <a16:creationId xmlns:a16="http://schemas.microsoft.com/office/drawing/2014/main" id="{719C8235-30A7-3EF0-E0B6-76378F482229}"/>
              </a:ext>
            </a:extLst>
          </p:cNvPr>
          <p:cNvSpPr/>
          <p:nvPr/>
        </p:nvSpPr>
        <p:spPr>
          <a:xfrm>
            <a:off x="4454171" y="4344815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BB93EF57-BD5E-7171-ECCB-FEFF20ED5D2F}"/>
              </a:ext>
            </a:extLst>
          </p:cNvPr>
          <p:cNvCxnSpPr>
            <a:cxnSpLocks/>
          </p:cNvCxnSpPr>
          <p:nvPr/>
        </p:nvCxnSpPr>
        <p:spPr>
          <a:xfrm>
            <a:off x="3621244" y="3781748"/>
            <a:ext cx="374614" cy="3231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3A143548-93EF-FFA8-B7B4-EF6CBE3B935B}"/>
              </a:ext>
            </a:extLst>
          </p:cNvPr>
          <p:cNvCxnSpPr>
            <a:cxnSpLocks/>
          </p:cNvCxnSpPr>
          <p:nvPr/>
        </p:nvCxnSpPr>
        <p:spPr>
          <a:xfrm flipV="1">
            <a:off x="3602136" y="5989733"/>
            <a:ext cx="368025" cy="259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B7A4F7A2-78B9-7279-0B50-C48236D5BB93}"/>
              </a:ext>
            </a:extLst>
          </p:cNvPr>
          <p:cNvCxnSpPr/>
          <p:nvPr/>
        </p:nvCxnSpPr>
        <p:spPr>
          <a:xfrm>
            <a:off x="7478317" y="3905122"/>
            <a:ext cx="374614" cy="3231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7A3046DE-0DA3-5EAD-77C9-72B1CD9D980F}"/>
              </a:ext>
            </a:extLst>
          </p:cNvPr>
          <p:cNvCxnSpPr>
            <a:cxnSpLocks/>
          </p:cNvCxnSpPr>
          <p:nvPr/>
        </p:nvCxnSpPr>
        <p:spPr>
          <a:xfrm flipV="1">
            <a:off x="7459209" y="6113107"/>
            <a:ext cx="368025" cy="259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A3EB2F4B-7DF9-7C1B-1D97-DC3AA1F05AC0}"/>
              </a:ext>
            </a:extLst>
          </p:cNvPr>
          <p:cNvSpPr txBox="1"/>
          <p:nvPr/>
        </p:nvSpPr>
        <p:spPr>
          <a:xfrm>
            <a:off x="469900" y="385975"/>
            <a:ext cx="4241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Editable. Next slide not editable, for output</a:t>
            </a:r>
          </a:p>
        </p:txBody>
      </p:sp>
    </p:spTree>
    <p:extLst>
      <p:ext uri="{BB962C8B-B14F-4D97-AF65-F5344CB8AC3E}">
        <p14:creationId xmlns:p14="http://schemas.microsoft.com/office/powerpoint/2010/main" val="2953720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n 42">
            <a:extLst>
              <a:ext uri="{FF2B5EF4-FFF2-40B4-BE49-F238E27FC236}">
                <a16:creationId xmlns:a16="http://schemas.microsoft.com/office/drawing/2014/main" id="{BBC8D58E-B280-0F17-3A71-A9B3D5F08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85" y="1774031"/>
            <a:ext cx="11066713" cy="617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41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5D78A-3374-8918-2932-9B91E39B6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n 42">
            <a:extLst>
              <a:ext uri="{FF2B5EF4-FFF2-40B4-BE49-F238E27FC236}">
                <a16:creationId xmlns:a16="http://schemas.microsoft.com/office/drawing/2014/main" id="{EF7E5F17-94E0-D803-D3F6-3FF2B36DAA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552"/>
          <a:stretch/>
        </p:blipFill>
        <p:spPr>
          <a:xfrm>
            <a:off x="2923574" y="848642"/>
            <a:ext cx="7113202" cy="802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756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215BE-61DB-DDDC-862C-776357188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n 42">
            <a:extLst>
              <a:ext uri="{FF2B5EF4-FFF2-40B4-BE49-F238E27FC236}">
                <a16:creationId xmlns:a16="http://schemas.microsoft.com/office/drawing/2014/main" id="{743F4FCB-AA1B-53BC-8195-4B931A1790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552"/>
          <a:stretch/>
        </p:blipFill>
        <p:spPr>
          <a:xfrm flipH="1">
            <a:off x="2923574" y="848642"/>
            <a:ext cx="7113202" cy="802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403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C87FD-D0B6-2B44-6E35-6061B3B01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n 42">
            <a:extLst>
              <a:ext uri="{FF2B5EF4-FFF2-40B4-BE49-F238E27FC236}">
                <a16:creationId xmlns:a16="http://schemas.microsoft.com/office/drawing/2014/main" id="{D58DB07B-4A6C-053C-F6C7-2589AAF88A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577" r="-133"/>
          <a:stretch/>
        </p:blipFill>
        <p:spPr>
          <a:xfrm>
            <a:off x="2578735" y="848642"/>
            <a:ext cx="6553200" cy="802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321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83C00-1CAF-5881-5932-D81687C4B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n 42">
            <a:extLst>
              <a:ext uri="{FF2B5EF4-FFF2-40B4-BE49-F238E27FC236}">
                <a16:creationId xmlns:a16="http://schemas.microsoft.com/office/drawing/2014/main" id="{EE943A26-E74B-B16E-9506-DA348286C9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577" r="-133"/>
          <a:stretch/>
        </p:blipFill>
        <p:spPr>
          <a:xfrm flipH="1">
            <a:off x="3279775" y="848642"/>
            <a:ext cx="6553200" cy="802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61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08EF02F1-F808-2CEC-5764-E4597B18C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920490" y="2596302"/>
            <a:ext cx="2950720" cy="382862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F668CDA-A22A-856D-ABAD-2C4470EE7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76241" y="2596302"/>
            <a:ext cx="2950720" cy="3828620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FE47E4D6-4A03-6CF4-CABB-C0AA6DB1627D}"/>
              </a:ext>
            </a:extLst>
          </p:cNvPr>
          <p:cNvSpPr txBox="1"/>
          <p:nvPr/>
        </p:nvSpPr>
        <p:spPr>
          <a:xfrm>
            <a:off x="4748228" y="561766"/>
            <a:ext cx="34638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Execution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3EB2F4B-7DF9-7C1B-1D97-DC3AA1F05AC0}"/>
              </a:ext>
            </a:extLst>
          </p:cNvPr>
          <p:cNvSpPr txBox="1"/>
          <p:nvPr/>
        </p:nvSpPr>
        <p:spPr>
          <a:xfrm>
            <a:off x="469900" y="385975"/>
            <a:ext cx="4241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Editable. Next slide not editable, for output</a:t>
            </a:r>
          </a:p>
        </p:txBody>
      </p:sp>
    </p:spTree>
    <p:extLst>
      <p:ext uri="{BB962C8B-B14F-4D97-AF65-F5344CB8AC3E}">
        <p14:creationId xmlns:p14="http://schemas.microsoft.com/office/powerpoint/2010/main" val="3236084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10C5FE6-A0C4-CD60-46C0-7E3781A06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874" y="1773131"/>
            <a:ext cx="10332601" cy="61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34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AA44C3E-DBFF-6157-E765-A343FB526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927" y="360131"/>
            <a:ext cx="6774495" cy="9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53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2F53A13-1E97-9599-E96A-FB763D355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478" y="360131"/>
            <a:ext cx="6775394" cy="9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846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A6FB40D-2910-BA2E-7AAB-F52E3B55FD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996633">
                <a:tint val="45000"/>
                <a:satMod val="400000"/>
              </a:srgbClr>
            </a:duotone>
          </a:blip>
          <a:srcRect t="11925" b="17288"/>
          <a:stretch/>
        </p:blipFill>
        <p:spPr>
          <a:xfrm flipH="1">
            <a:off x="2790314" y="2521367"/>
            <a:ext cx="2948268" cy="3828509"/>
          </a:xfrm>
          <a:prstGeom prst="rect">
            <a:avLst/>
          </a:prstGeom>
        </p:spPr>
      </p:pic>
      <p:cxnSp>
        <p:nvCxnSpPr>
          <p:cNvPr id="8" name="Conector recto 72">
            <a:extLst>
              <a:ext uri="{FF2B5EF4-FFF2-40B4-BE49-F238E27FC236}">
                <a16:creationId xmlns:a16="http://schemas.microsoft.com/office/drawing/2014/main" id="{35E2246A-97EC-5E8F-96DC-EB249F7B6089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4107101" y="3986831"/>
            <a:ext cx="1141095" cy="5713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23">
            <a:extLst>
              <a:ext uri="{FF2B5EF4-FFF2-40B4-BE49-F238E27FC236}">
                <a16:creationId xmlns:a16="http://schemas.microsoft.com/office/drawing/2014/main" id="{98D4D899-B47C-2362-B126-3CC0362D8567}"/>
              </a:ext>
            </a:extLst>
          </p:cNvPr>
          <p:cNvCxnSpPr>
            <a:cxnSpLocks/>
          </p:cNvCxnSpPr>
          <p:nvPr/>
        </p:nvCxnSpPr>
        <p:spPr>
          <a:xfrm>
            <a:off x="4098565" y="3816050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24">
            <a:extLst>
              <a:ext uri="{FF2B5EF4-FFF2-40B4-BE49-F238E27FC236}">
                <a16:creationId xmlns:a16="http://schemas.microsoft.com/office/drawing/2014/main" id="{3124B62D-C8B6-C8F4-3976-02A4C1D0707D}"/>
              </a:ext>
            </a:extLst>
          </p:cNvPr>
          <p:cNvCxnSpPr>
            <a:cxnSpLocks/>
          </p:cNvCxnSpPr>
          <p:nvPr/>
        </p:nvCxnSpPr>
        <p:spPr>
          <a:xfrm>
            <a:off x="4548795" y="3816049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25">
            <a:extLst>
              <a:ext uri="{FF2B5EF4-FFF2-40B4-BE49-F238E27FC236}">
                <a16:creationId xmlns:a16="http://schemas.microsoft.com/office/drawing/2014/main" id="{7C2DA5A5-EC2F-847B-3DDE-6A03733AE035}"/>
              </a:ext>
            </a:extLst>
          </p:cNvPr>
          <p:cNvCxnSpPr>
            <a:cxnSpLocks/>
          </p:cNvCxnSpPr>
          <p:nvPr/>
        </p:nvCxnSpPr>
        <p:spPr>
          <a:xfrm>
            <a:off x="4975389" y="3816050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26">
            <a:extLst>
              <a:ext uri="{FF2B5EF4-FFF2-40B4-BE49-F238E27FC236}">
                <a16:creationId xmlns:a16="http://schemas.microsoft.com/office/drawing/2014/main" id="{E34418C6-429E-2888-3D70-1EB053A35F23}"/>
              </a:ext>
            </a:extLst>
          </p:cNvPr>
          <p:cNvCxnSpPr>
            <a:cxnSpLocks/>
          </p:cNvCxnSpPr>
          <p:nvPr/>
        </p:nvCxnSpPr>
        <p:spPr>
          <a:xfrm>
            <a:off x="5340649" y="3816050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31">
            <a:extLst>
              <a:ext uri="{FF2B5EF4-FFF2-40B4-BE49-F238E27FC236}">
                <a16:creationId xmlns:a16="http://schemas.microsoft.com/office/drawing/2014/main" id="{B574B5CB-FCE7-DBA8-CD92-75DB9D02C5D9}"/>
              </a:ext>
            </a:extLst>
          </p:cNvPr>
          <p:cNvSpPr/>
          <p:nvPr/>
        </p:nvSpPr>
        <p:spPr>
          <a:xfrm>
            <a:off x="4012426" y="3896694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Elipse 39">
            <a:extLst>
              <a:ext uri="{FF2B5EF4-FFF2-40B4-BE49-F238E27FC236}">
                <a16:creationId xmlns:a16="http://schemas.microsoft.com/office/drawing/2014/main" id="{5BA675ED-79AE-EB27-5DAF-68B30377CCDA}"/>
              </a:ext>
            </a:extLst>
          </p:cNvPr>
          <p:cNvSpPr/>
          <p:nvPr/>
        </p:nvSpPr>
        <p:spPr>
          <a:xfrm>
            <a:off x="4010078" y="5644883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6" name="Conector recto 75">
            <a:extLst>
              <a:ext uri="{FF2B5EF4-FFF2-40B4-BE49-F238E27FC236}">
                <a16:creationId xmlns:a16="http://schemas.microsoft.com/office/drawing/2014/main" id="{638E67E1-48E2-CB86-AB16-552A58822CD1}"/>
              </a:ext>
            </a:extLst>
          </p:cNvPr>
          <p:cNvCxnSpPr>
            <a:cxnSpLocks/>
            <a:stCxn id="35" idx="7"/>
            <a:endCxn id="32" idx="3"/>
          </p:cNvCxnSpPr>
          <p:nvPr/>
        </p:nvCxnSpPr>
        <p:spPr>
          <a:xfrm flipV="1">
            <a:off x="4157126" y="5042503"/>
            <a:ext cx="1104730" cy="6276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78">
            <a:extLst>
              <a:ext uri="{FF2B5EF4-FFF2-40B4-BE49-F238E27FC236}">
                <a16:creationId xmlns:a16="http://schemas.microsoft.com/office/drawing/2014/main" id="{8524EFD3-937F-5386-AA6A-951247FE4E8A}"/>
              </a:ext>
            </a:extLst>
          </p:cNvPr>
          <p:cNvCxnSpPr>
            <a:cxnSpLocks/>
          </p:cNvCxnSpPr>
          <p:nvPr/>
        </p:nvCxnSpPr>
        <p:spPr>
          <a:xfrm>
            <a:off x="5337963" y="4586069"/>
            <a:ext cx="6794" cy="43899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F7662DBE-4FCF-B50C-7DFE-9E60014E8244}"/>
              </a:ext>
            </a:extLst>
          </p:cNvPr>
          <p:cNvCxnSpPr/>
          <p:nvPr/>
        </p:nvCxnSpPr>
        <p:spPr>
          <a:xfrm>
            <a:off x="3635463" y="3573536"/>
            <a:ext cx="374614" cy="3231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3155C1AA-A1C6-316F-15F0-47EA16C80ADF}"/>
              </a:ext>
            </a:extLst>
          </p:cNvPr>
          <p:cNvCxnSpPr>
            <a:cxnSpLocks/>
          </p:cNvCxnSpPr>
          <p:nvPr/>
        </p:nvCxnSpPr>
        <p:spPr>
          <a:xfrm flipV="1">
            <a:off x="3616355" y="5781521"/>
            <a:ext cx="368025" cy="259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 45">
            <a:extLst>
              <a:ext uri="{FF2B5EF4-FFF2-40B4-BE49-F238E27FC236}">
                <a16:creationId xmlns:a16="http://schemas.microsoft.com/office/drawing/2014/main" id="{4DF59A77-62C1-BC56-7223-314C4240226A}"/>
              </a:ext>
            </a:extLst>
          </p:cNvPr>
          <p:cNvSpPr/>
          <p:nvPr/>
        </p:nvSpPr>
        <p:spPr>
          <a:xfrm>
            <a:off x="4366132" y="4046367"/>
            <a:ext cx="1141096" cy="16237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390A99AA-2D96-C40A-D953-1FA1AE77693B}"/>
              </a:ext>
            </a:extLst>
          </p:cNvPr>
          <p:cNvCxnSpPr>
            <a:cxnSpLocks/>
          </p:cNvCxnSpPr>
          <p:nvPr/>
        </p:nvCxnSpPr>
        <p:spPr>
          <a:xfrm flipH="1" flipV="1">
            <a:off x="5758253" y="4807084"/>
            <a:ext cx="470010" cy="63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33">
            <a:extLst>
              <a:ext uri="{FF2B5EF4-FFF2-40B4-BE49-F238E27FC236}">
                <a16:creationId xmlns:a16="http://schemas.microsoft.com/office/drawing/2014/main" id="{73EE1B19-D4F8-4985-EE31-34F3BE9C65C4}"/>
              </a:ext>
            </a:extLst>
          </p:cNvPr>
          <p:cNvSpPr/>
          <p:nvPr/>
        </p:nvSpPr>
        <p:spPr>
          <a:xfrm>
            <a:off x="4893287" y="4335027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Elipse 34">
            <a:extLst>
              <a:ext uri="{FF2B5EF4-FFF2-40B4-BE49-F238E27FC236}">
                <a16:creationId xmlns:a16="http://schemas.microsoft.com/office/drawing/2014/main" id="{2FB8106A-7233-D321-3330-022F1E563FFB}"/>
              </a:ext>
            </a:extLst>
          </p:cNvPr>
          <p:cNvSpPr/>
          <p:nvPr/>
        </p:nvSpPr>
        <p:spPr>
          <a:xfrm>
            <a:off x="5248196" y="4472036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Elipse 36">
            <a:extLst>
              <a:ext uri="{FF2B5EF4-FFF2-40B4-BE49-F238E27FC236}">
                <a16:creationId xmlns:a16="http://schemas.microsoft.com/office/drawing/2014/main" id="{93145976-A244-2145-6D84-7A752B4CF078}"/>
              </a:ext>
            </a:extLst>
          </p:cNvPr>
          <p:cNvSpPr/>
          <p:nvPr/>
        </p:nvSpPr>
        <p:spPr>
          <a:xfrm>
            <a:off x="4902646" y="5130649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Elipse 37">
            <a:extLst>
              <a:ext uri="{FF2B5EF4-FFF2-40B4-BE49-F238E27FC236}">
                <a16:creationId xmlns:a16="http://schemas.microsoft.com/office/drawing/2014/main" id="{20E79DDA-C48C-C80D-A32C-D6C43AC2CC46}"/>
              </a:ext>
            </a:extLst>
          </p:cNvPr>
          <p:cNvSpPr/>
          <p:nvPr/>
        </p:nvSpPr>
        <p:spPr>
          <a:xfrm>
            <a:off x="4462656" y="5373780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1" name="Elipse 32">
            <a:extLst>
              <a:ext uri="{FF2B5EF4-FFF2-40B4-BE49-F238E27FC236}">
                <a16:creationId xmlns:a16="http://schemas.microsoft.com/office/drawing/2014/main" id="{43100A85-2242-AF15-CB0C-F0D679022FF9}"/>
              </a:ext>
            </a:extLst>
          </p:cNvPr>
          <p:cNvSpPr/>
          <p:nvPr/>
        </p:nvSpPr>
        <p:spPr>
          <a:xfrm>
            <a:off x="4468390" y="4136603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Elipse 35">
            <a:extLst>
              <a:ext uri="{FF2B5EF4-FFF2-40B4-BE49-F238E27FC236}">
                <a16:creationId xmlns:a16="http://schemas.microsoft.com/office/drawing/2014/main" id="{980618CA-D23E-E031-D5B1-94F8C16EAC21}"/>
              </a:ext>
            </a:extLst>
          </p:cNvPr>
          <p:cNvSpPr/>
          <p:nvPr/>
        </p:nvSpPr>
        <p:spPr>
          <a:xfrm>
            <a:off x="5236627" y="4895454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4DAF8F6D-0FA0-61F6-7C5D-8260A6C66E27}"/>
              </a:ext>
            </a:extLst>
          </p:cNvPr>
          <p:cNvSpPr txBox="1"/>
          <p:nvPr/>
        </p:nvSpPr>
        <p:spPr>
          <a:xfrm>
            <a:off x="5487493" y="155951"/>
            <a:ext cx="24798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Imagery</a:t>
            </a:r>
            <a:endParaRPr lang="en-US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06BA53A-72FD-991A-85E4-7EA0326251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996633">
                <a:tint val="45000"/>
                <a:satMod val="400000"/>
              </a:srgbClr>
            </a:duotone>
          </a:blip>
          <a:srcRect t="11925" b="17288"/>
          <a:stretch/>
        </p:blipFill>
        <p:spPr>
          <a:xfrm flipH="1">
            <a:off x="6590990" y="2546487"/>
            <a:ext cx="2948268" cy="3828509"/>
          </a:xfrm>
          <a:prstGeom prst="rect">
            <a:avLst/>
          </a:prstGeom>
        </p:spPr>
      </p:pic>
      <p:cxnSp>
        <p:nvCxnSpPr>
          <p:cNvPr id="5" name="Conector recto 83">
            <a:extLst>
              <a:ext uri="{FF2B5EF4-FFF2-40B4-BE49-F238E27FC236}">
                <a16:creationId xmlns:a16="http://schemas.microsoft.com/office/drawing/2014/main" id="{D0C86129-01B3-E482-06A6-E48F776447F5}"/>
              </a:ext>
            </a:extLst>
          </p:cNvPr>
          <p:cNvCxnSpPr>
            <a:cxnSpLocks/>
          </p:cNvCxnSpPr>
          <p:nvPr/>
        </p:nvCxnSpPr>
        <p:spPr>
          <a:xfrm>
            <a:off x="8436424" y="4492853"/>
            <a:ext cx="448618" cy="1447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96">
            <a:extLst>
              <a:ext uri="{FF2B5EF4-FFF2-40B4-BE49-F238E27FC236}">
                <a16:creationId xmlns:a16="http://schemas.microsoft.com/office/drawing/2014/main" id="{C5E3B2E6-915B-CDE4-64F5-C5E62F626048}"/>
              </a:ext>
            </a:extLst>
          </p:cNvPr>
          <p:cNvCxnSpPr>
            <a:cxnSpLocks/>
            <a:stCxn id="50" idx="6"/>
            <a:endCxn id="40" idx="7"/>
          </p:cNvCxnSpPr>
          <p:nvPr/>
        </p:nvCxnSpPr>
        <p:spPr>
          <a:xfrm flipH="1">
            <a:off x="8413678" y="5073259"/>
            <a:ext cx="472642" cy="1620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23">
            <a:extLst>
              <a:ext uri="{FF2B5EF4-FFF2-40B4-BE49-F238E27FC236}">
                <a16:creationId xmlns:a16="http://schemas.microsoft.com/office/drawing/2014/main" id="{6A1F193A-6CFD-D217-8CAF-7CA21E8ED3C5}"/>
              </a:ext>
            </a:extLst>
          </p:cNvPr>
          <p:cNvCxnSpPr>
            <a:cxnSpLocks/>
          </p:cNvCxnSpPr>
          <p:nvPr/>
        </p:nvCxnSpPr>
        <p:spPr>
          <a:xfrm>
            <a:off x="7910605" y="3895516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24">
            <a:extLst>
              <a:ext uri="{FF2B5EF4-FFF2-40B4-BE49-F238E27FC236}">
                <a16:creationId xmlns:a16="http://schemas.microsoft.com/office/drawing/2014/main" id="{E4D4D889-D89A-C7A2-20E4-449343CEC134}"/>
              </a:ext>
            </a:extLst>
          </p:cNvPr>
          <p:cNvCxnSpPr>
            <a:cxnSpLocks/>
          </p:cNvCxnSpPr>
          <p:nvPr/>
        </p:nvCxnSpPr>
        <p:spPr>
          <a:xfrm>
            <a:off x="8358161" y="3895516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25">
            <a:extLst>
              <a:ext uri="{FF2B5EF4-FFF2-40B4-BE49-F238E27FC236}">
                <a16:creationId xmlns:a16="http://schemas.microsoft.com/office/drawing/2014/main" id="{DC262F33-D0CF-4802-2D71-23F19B4A1FAC}"/>
              </a:ext>
            </a:extLst>
          </p:cNvPr>
          <p:cNvCxnSpPr>
            <a:cxnSpLocks/>
          </p:cNvCxnSpPr>
          <p:nvPr/>
        </p:nvCxnSpPr>
        <p:spPr>
          <a:xfrm>
            <a:off x="8796573" y="3895516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26">
            <a:extLst>
              <a:ext uri="{FF2B5EF4-FFF2-40B4-BE49-F238E27FC236}">
                <a16:creationId xmlns:a16="http://schemas.microsoft.com/office/drawing/2014/main" id="{CB71E0A2-733B-37F2-844D-091ED288A2F2}"/>
              </a:ext>
            </a:extLst>
          </p:cNvPr>
          <p:cNvCxnSpPr>
            <a:cxnSpLocks/>
          </p:cNvCxnSpPr>
          <p:nvPr/>
        </p:nvCxnSpPr>
        <p:spPr>
          <a:xfrm>
            <a:off x="9161833" y="3895516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31">
            <a:extLst>
              <a:ext uri="{FF2B5EF4-FFF2-40B4-BE49-F238E27FC236}">
                <a16:creationId xmlns:a16="http://schemas.microsoft.com/office/drawing/2014/main" id="{AA3F0B5C-FF42-DBC4-FB00-85227D084F14}"/>
              </a:ext>
            </a:extLst>
          </p:cNvPr>
          <p:cNvSpPr/>
          <p:nvPr/>
        </p:nvSpPr>
        <p:spPr>
          <a:xfrm>
            <a:off x="7824466" y="3976160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39">
            <a:extLst>
              <a:ext uri="{FF2B5EF4-FFF2-40B4-BE49-F238E27FC236}">
                <a16:creationId xmlns:a16="http://schemas.microsoft.com/office/drawing/2014/main" id="{8BFCC382-38C1-1500-EE3A-FAFDC2211598}"/>
              </a:ext>
            </a:extLst>
          </p:cNvPr>
          <p:cNvSpPr/>
          <p:nvPr/>
        </p:nvSpPr>
        <p:spPr>
          <a:xfrm>
            <a:off x="7812974" y="5724349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7" name="Conector recto 72">
            <a:extLst>
              <a:ext uri="{FF2B5EF4-FFF2-40B4-BE49-F238E27FC236}">
                <a16:creationId xmlns:a16="http://schemas.microsoft.com/office/drawing/2014/main" id="{A9B77BED-1ED9-2596-2C8B-895E7D007FD5}"/>
              </a:ext>
            </a:extLst>
          </p:cNvPr>
          <p:cNvCxnSpPr>
            <a:cxnSpLocks/>
            <a:stCxn id="15" idx="6"/>
            <a:endCxn id="38" idx="6"/>
          </p:cNvCxnSpPr>
          <p:nvPr/>
        </p:nvCxnSpPr>
        <p:spPr>
          <a:xfrm>
            <a:off x="7996745" y="4062299"/>
            <a:ext cx="1227005" cy="2353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78">
            <a:extLst>
              <a:ext uri="{FF2B5EF4-FFF2-40B4-BE49-F238E27FC236}">
                <a16:creationId xmlns:a16="http://schemas.microsoft.com/office/drawing/2014/main" id="{A9ECABE1-FAA6-36A4-90B7-71E5BFCC4E23}"/>
              </a:ext>
            </a:extLst>
          </p:cNvPr>
          <p:cNvCxnSpPr>
            <a:cxnSpLocks/>
          </p:cNvCxnSpPr>
          <p:nvPr/>
        </p:nvCxnSpPr>
        <p:spPr>
          <a:xfrm>
            <a:off x="8793176" y="4665535"/>
            <a:ext cx="6794" cy="43899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D3B5114-7086-52D5-B077-653E510E6499}"/>
              </a:ext>
            </a:extLst>
          </p:cNvPr>
          <p:cNvCxnSpPr>
            <a:cxnSpLocks/>
            <a:endCxn id="39" idx="6"/>
          </p:cNvCxnSpPr>
          <p:nvPr/>
        </p:nvCxnSpPr>
        <p:spPr>
          <a:xfrm flipH="1">
            <a:off x="8440453" y="4303157"/>
            <a:ext cx="641019" cy="1585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89">
            <a:extLst>
              <a:ext uri="{FF2B5EF4-FFF2-40B4-BE49-F238E27FC236}">
                <a16:creationId xmlns:a16="http://schemas.microsoft.com/office/drawing/2014/main" id="{41923B4C-1724-9F14-F689-F46DF33950C9}"/>
              </a:ext>
            </a:extLst>
          </p:cNvPr>
          <p:cNvCxnSpPr>
            <a:cxnSpLocks/>
            <a:stCxn id="44" idx="6"/>
            <a:endCxn id="40" idx="2"/>
          </p:cNvCxnSpPr>
          <p:nvPr/>
        </p:nvCxnSpPr>
        <p:spPr>
          <a:xfrm flipH="1" flipV="1">
            <a:off x="8266629" y="5296255"/>
            <a:ext cx="968356" cy="2431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92">
            <a:extLst>
              <a:ext uri="{FF2B5EF4-FFF2-40B4-BE49-F238E27FC236}">
                <a16:creationId xmlns:a16="http://schemas.microsoft.com/office/drawing/2014/main" id="{EFE0369C-0F55-A920-D682-65C3B1E4A746}"/>
              </a:ext>
            </a:extLst>
          </p:cNvPr>
          <p:cNvCxnSpPr>
            <a:cxnSpLocks/>
            <a:stCxn id="44" idx="3"/>
            <a:endCxn id="16" idx="6"/>
          </p:cNvCxnSpPr>
          <p:nvPr/>
        </p:nvCxnSpPr>
        <p:spPr>
          <a:xfrm flipH="1">
            <a:off x="7985252" y="5600294"/>
            <a:ext cx="1102684" cy="2101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5D87E2E4-9F14-78D7-8C95-4ACA425C3E69}"/>
              </a:ext>
            </a:extLst>
          </p:cNvPr>
          <p:cNvCxnSpPr/>
          <p:nvPr/>
        </p:nvCxnSpPr>
        <p:spPr>
          <a:xfrm>
            <a:off x="7381867" y="3722030"/>
            <a:ext cx="374614" cy="3231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B5B381E8-B400-9214-8170-7F4158490462}"/>
              </a:ext>
            </a:extLst>
          </p:cNvPr>
          <p:cNvCxnSpPr>
            <a:cxnSpLocks/>
          </p:cNvCxnSpPr>
          <p:nvPr/>
        </p:nvCxnSpPr>
        <p:spPr>
          <a:xfrm flipV="1">
            <a:off x="7362759" y="5930015"/>
            <a:ext cx="368025" cy="259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C9F97AD1-892B-722C-19CB-6C03159C4C0F}"/>
              </a:ext>
            </a:extLst>
          </p:cNvPr>
          <p:cNvCxnSpPr>
            <a:cxnSpLocks/>
          </p:cNvCxnSpPr>
          <p:nvPr/>
        </p:nvCxnSpPr>
        <p:spPr>
          <a:xfrm flipH="1" flipV="1">
            <a:off x="9479399" y="4801278"/>
            <a:ext cx="470010" cy="63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2">
            <a:extLst>
              <a:ext uri="{FF2B5EF4-FFF2-40B4-BE49-F238E27FC236}">
                <a16:creationId xmlns:a16="http://schemas.microsoft.com/office/drawing/2014/main" id="{36AA0EF7-1445-89F8-75A5-4EF0ECC7BAA0}"/>
              </a:ext>
            </a:extLst>
          </p:cNvPr>
          <p:cNvSpPr/>
          <p:nvPr/>
        </p:nvSpPr>
        <p:spPr>
          <a:xfrm>
            <a:off x="9051471" y="4211548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Elipse 33">
            <a:extLst>
              <a:ext uri="{FF2B5EF4-FFF2-40B4-BE49-F238E27FC236}">
                <a16:creationId xmlns:a16="http://schemas.microsoft.com/office/drawing/2014/main" id="{055F6A0D-97E2-74D9-C81A-67A083D07230}"/>
              </a:ext>
            </a:extLst>
          </p:cNvPr>
          <p:cNvSpPr/>
          <p:nvPr/>
        </p:nvSpPr>
        <p:spPr>
          <a:xfrm>
            <a:off x="8268174" y="4375574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Elipse 36">
            <a:extLst>
              <a:ext uri="{FF2B5EF4-FFF2-40B4-BE49-F238E27FC236}">
                <a16:creationId xmlns:a16="http://schemas.microsoft.com/office/drawing/2014/main" id="{AA7565D5-547F-6669-75BD-F8C796C7BCB3}"/>
              </a:ext>
            </a:extLst>
          </p:cNvPr>
          <p:cNvSpPr/>
          <p:nvPr/>
        </p:nvSpPr>
        <p:spPr>
          <a:xfrm>
            <a:off x="8266630" y="5210115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Elipse 37">
            <a:extLst>
              <a:ext uri="{FF2B5EF4-FFF2-40B4-BE49-F238E27FC236}">
                <a16:creationId xmlns:a16="http://schemas.microsoft.com/office/drawing/2014/main" id="{A56A0E51-6BCD-1F99-3C06-0D5E84B2F267}"/>
              </a:ext>
            </a:extLst>
          </p:cNvPr>
          <p:cNvSpPr/>
          <p:nvPr/>
        </p:nvSpPr>
        <p:spPr>
          <a:xfrm>
            <a:off x="9062707" y="5453246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Elipse 35">
            <a:extLst>
              <a:ext uri="{FF2B5EF4-FFF2-40B4-BE49-F238E27FC236}">
                <a16:creationId xmlns:a16="http://schemas.microsoft.com/office/drawing/2014/main" id="{7E34CA12-3EA3-1D52-B99D-3E17130550DD}"/>
              </a:ext>
            </a:extLst>
          </p:cNvPr>
          <p:cNvSpPr/>
          <p:nvPr/>
        </p:nvSpPr>
        <p:spPr>
          <a:xfrm>
            <a:off x="8714042" y="4987119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Elipse 34">
            <a:extLst>
              <a:ext uri="{FF2B5EF4-FFF2-40B4-BE49-F238E27FC236}">
                <a16:creationId xmlns:a16="http://schemas.microsoft.com/office/drawing/2014/main" id="{742C012E-2340-4037-7998-FA8263B584F2}"/>
              </a:ext>
            </a:extLst>
          </p:cNvPr>
          <p:cNvSpPr/>
          <p:nvPr/>
        </p:nvSpPr>
        <p:spPr>
          <a:xfrm>
            <a:off x="8712764" y="4551502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A78F6A61-919E-0178-FF39-FA760E7FEDDB}"/>
              </a:ext>
            </a:extLst>
          </p:cNvPr>
          <p:cNvSpPr/>
          <p:nvPr/>
        </p:nvSpPr>
        <p:spPr>
          <a:xfrm>
            <a:off x="8190413" y="4053924"/>
            <a:ext cx="1141096" cy="16237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F8C89C7-E19E-BCAB-7D07-8AB16725DCF1}"/>
              </a:ext>
            </a:extLst>
          </p:cNvPr>
          <p:cNvSpPr txBox="1"/>
          <p:nvPr/>
        </p:nvSpPr>
        <p:spPr>
          <a:xfrm>
            <a:off x="469900" y="385975"/>
            <a:ext cx="4241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Editable. Next slide not editable, for output</a:t>
            </a:r>
          </a:p>
        </p:txBody>
      </p:sp>
    </p:spTree>
    <p:extLst>
      <p:ext uri="{BB962C8B-B14F-4D97-AF65-F5344CB8AC3E}">
        <p14:creationId xmlns:p14="http://schemas.microsoft.com/office/powerpoint/2010/main" val="3853677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693CF5E-79D3-EA43-180E-9008ADE36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62" y="1764131"/>
            <a:ext cx="11512026" cy="6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99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uadroTexto 22">
            <a:extLst>
              <a:ext uri="{FF2B5EF4-FFF2-40B4-BE49-F238E27FC236}">
                <a16:creationId xmlns:a16="http://schemas.microsoft.com/office/drawing/2014/main" id="{FE47E4D6-4A03-6CF4-CABB-C0AA6DB1627D}"/>
              </a:ext>
            </a:extLst>
          </p:cNvPr>
          <p:cNvSpPr txBox="1"/>
          <p:nvPr/>
        </p:nvSpPr>
        <p:spPr>
          <a:xfrm>
            <a:off x="4748228" y="561766"/>
            <a:ext cx="34638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Imagery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3EB2F4B-7DF9-7C1B-1D97-DC3AA1F05AC0}"/>
              </a:ext>
            </a:extLst>
          </p:cNvPr>
          <p:cNvSpPr txBox="1"/>
          <p:nvPr/>
        </p:nvSpPr>
        <p:spPr>
          <a:xfrm>
            <a:off x="469900" y="385975"/>
            <a:ext cx="4241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Editable. Next slide not editable, for output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A595C1D-6A84-FF9E-6FDF-938E04321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136625" y="2945821"/>
            <a:ext cx="3444539" cy="382862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7171ED07-EA11-5E23-B35A-F6C877A2C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480175" y="2945821"/>
            <a:ext cx="3365284" cy="382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032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E5D01A5-2EBB-1790-20BB-DD4EE5499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5" y="1773131"/>
            <a:ext cx="12436480" cy="61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67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Conector recto 72">
            <a:extLst>
              <a:ext uri="{FF2B5EF4-FFF2-40B4-BE49-F238E27FC236}">
                <a16:creationId xmlns:a16="http://schemas.microsoft.com/office/drawing/2014/main" id="{9E537F79-368F-2844-C31A-ACF16F0313F1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4479668" y="2328535"/>
            <a:ext cx="1141095" cy="5713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23">
            <a:extLst>
              <a:ext uri="{FF2B5EF4-FFF2-40B4-BE49-F238E27FC236}">
                <a16:creationId xmlns:a16="http://schemas.microsoft.com/office/drawing/2014/main" id="{263A1FCB-2F3F-9B6C-B027-DF224E34CBDC}"/>
              </a:ext>
            </a:extLst>
          </p:cNvPr>
          <p:cNvCxnSpPr>
            <a:cxnSpLocks/>
          </p:cNvCxnSpPr>
          <p:nvPr/>
        </p:nvCxnSpPr>
        <p:spPr>
          <a:xfrm>
            <a:off x="4471132" y="2157754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24">
            <a:extLst>
              <a:ext uri="{FF2B5EF4-FFF2-40B4-BE49-F238E27FC236}">
                <a16:creationId xmlns:a16="http://schemas.microsoft.com/office/drawing/2014/main" id="{BBCD785E-F555-8E35-3B9B-92D01AF59B16}"/>
              </a:ext>
            </a:extLst>
          </p:cNvPr>
          <p:cNvCxnSpPr>
            <a:cxnSpLocks/>
          </p:cNvCxnSpPr>
          <p:nvPr/>
        </p:nvCxnSpPr>
        <p:spPr>
          <a:xfrm>
            <a:off x="4921362" y="2157753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25">
            <a:extLst>
              <a:ext uri="{FF2B5EF4-FFF2-40B4-BE49-F238E27FC236}">
                <a16:creationId xmlns:a16="http://schemas.microsoft.com/office/drawing/2014/main" id="{F32BAF57-4FE4-E617-B87D-A13978E05385}"/>
              </a:ext>
            </a:extLst>
          </p:cNvPr>
          <p:cNvCxnSpPr>
            <a:cxnSpLocks/>
          </p:cNvCxnSpPr>
          <p:nvPr/>
        </p:nvCxnSpPr>
        <p:spPr>
          <a:xfrm>
            <a:off x="5347956" y="2157754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26">
            <a:extLst>
              <a:ext uri="{FF2B5EF4-FFF2-40B4-BE49-F238E27FC236}">
                <a16:creationId xmlns:a16="http://schemas.microsoft.com/office/drawing/2014/main" id="{4EF9A75F-7D6A-0935-B26C-61A12189EF7E}"/>
              </a:ext>
            </a:extLst>
          </p:cNvPr>
          <p:cNvCxnSpPr>
            <a:cxnSpLocks/>
          </p:cNvCxnSpPr>
          <p:nvPr/>
        </p:nvCxnSpPr>
        <p:spPr>
          <a:xfrm>
            <a:off x="5713216" y="2157754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31">
            <a:extLst>
              <a:ext uri="{FF2B5EF4-FFF2-40B4-BE49-F238E27FC236}">
                <a16:creationId xmlns:a16="http://schemas.microsoft.com/office/drawing/2014/main" id="{4BC6B25C-E4B3-DF9C-0DDB-B6EF388A2850}"/>
              </a:ext>
            </a:extLst>
          </p:cNvPr>
          <p:cNvSpPr/>
          <p:nvPr/>
        </p:nvSpPr>
        <p:spPr>
          <a:xfrm>
            <a:off x="4384993" y="2238398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33">
            <a:extLst>
              <a:ext uri="{FF2B5EF4-FFF2-40B4-BE49-F238E27FC236}">
                <a16:creationId xmlns:a16="http://schemas.microsoft.com/office/drawing/2014/main" id="{850C7E3B-18A7-9177-224F-CFA734A01134}"/>
              </a:ext>
            </a:extLst>
          </p:cNvPr>
          <p:cNvSpPr/>
          <p:nvPr/>
        </p:nvSpPr>
        <p:spPr>
          <a:xfrm>
            <a:off x="5265854" y="2676731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34">
            <a:extLst>
              <a:ext uri="{FF2B5EF4-FFF2-40B4-BE49-F238E27FC236}">
                <a16:creationId xmlns:a16="http://schemas.microsoft.com/office/drawing/2014/main" id="{41587577-3779-B7C0-B37C-6D32D39AC685}"/>
              </a:ext>
            </a:extLst>
          </p:cNvPr>
          <p:cNvSpPr/>
          <p:nvPr/>
        </p:nvSpPr>
        <p:spPr>
          <a:xfrm>
            <a:off x="5620763" y="2813740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35">
            <a:extLst>
              <a:ext uri="{FF2B5EF4-FFF2-40B4-BE49-F238E27FC236}">
                <a16:creationId xmlns:a16="http://schemas.microsoft.com/office/drawing/2014/main" id="{AC9E040C-DDFE-484F-00E1-B451CB760707}"/>
              </a:ext>
            </a:extLst>
          </p:cNvPr>
          <p:cNvSpPr/>
          <p:nvPr/>
        </p:nvSpPr>
        <p:spPr>
          <a:xfrm>
            <a:off x="5609194" y="3237158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Elipse 36">
            <a:extLst>
              <a:ext uri="{FF2B5EF4-FFF2-40B4-BE49-F238E27FC236}">
                <a16:creationId xmlns:a16="http://schemas.microsoft.com/office/drawing/2014/main" id="{6379437C-0B1B-F674-C09B-11B3F7E17FE5}"/>
              </a:ext>
            </a:extLst>
          </p:cNvPr>
          <p:cNvSpPr/>
          <p:nvPr/>
        </p:nvSpPr>
        <p:spPr>
          <a:xfrm>
            <a:off x="5275213" y="3472353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Elipse 37">
            <a:extLst>
              <a:ext uri="{FF2B5EF4-FFF2-40B4-BE49-F238E27FC236}">
                <a16:creationId xmlns:a16="http://schemas.microsoft.com/office/drawing/2014/main" id="{1A491C4F-445F-BC29-E51D-94A0E77208C5}"/>
              </a:ext>
            </a:extLst>
          </p:cNvPr>
          <p:cNvSpPr/>
          <p:nvPr/>
        </p:nvSpPr>
        <p:spPr>
          <a:xfrm>
            <a:off x="4835223" y="3715484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Elipse 39">
            <a:extLst>
              <a:ext uri="{FF2B5EF4-FFF2-40B4-BE49-F238E27FC236}">
                <a16:creationId xmlns:a16="http://schemas.microsoft.com/office/drawing/2014/main" id="{06698A81-4BDC-9639-273A-4EC8679F6A30}"/>
              </a:ext>
            </a:extLst>
          </p:cNvPr>
          <p:cNvSpPr/>
          <p:nvPr/>
        </p:nvSpPr>
        <p:spPr>
          <a:xfrm>
            <a:off x="4382645" y="3986587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9" name="Conector recto 75">
            <a:extLst>
              <a:ext uri="{FF2B5EF4-FFF2-40B4-BE49-F238E27FC236}">
                <a16:creationId xmlns:a16="http://schemas.microsoft.com/office/drawing/2014/main" id="{4BB106A0-5BE0-22A7-FA0E-56D510D05A0A}"/>
              </a:ext>
            </a:extLst>
          </p:cNvPr>
          <p:cNvCxnSpPr>
            <a:cxnSpLocks/>
            <a:stCxn id="19" idx="7"/>
            <a:endCxn id="16" idx="3"/>
          </p:cNvCxnSpPr>
          <p:nvPr/>
        </p:nvCxnSpPr>
        <p:spPr>
          <a:xfrm flipV="1">
            <a:off x="4529693" y="3384207"/>
            <a:ext cx="1104730" cy="6276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78">
            <a:extLst>
              <a:ext uri="{FF2B5EF4-FFF2-40B4-BE49-F238E27FC236}">
                <a16:creationId xmlns:a16="http://schemas.microsoft.com/office/drawing/2014/main" id="{AD9749FB-ADDC-FFCA-A9E3-5BF64C17FB43}"/>
              </a:ext>
            </a:extLst>
          </p:cNvPr>
          <p:cNvCxnSpPr>
            <a:cxnSpLocks/>
          </p:cNvCxnSpPr>
          <p:nvPr/>
        </p:nvCxnSpPr>
        <p:spPr>
          <a:xfrm>
            <a:off x="5710530" y="2927773"/>
            <a:ext cx="6794" cy="43899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23">
            <a:extLst>
              <a:ext uri="{FF2B5EF4-FFF2-40B4-BE49-F238E27FC236}">
                <a16:creationId xmlns:a16="http://schemas.microsoft.com/office/drawing/2014/main" id="{B59E1CB0-2174-BA75-9DB2-8575600D2086}"/>
              </a:ext>
            </a:extLst>
          </p:cNvPr>
          <p:cNvCxnSpPr>
            <a:cxnSpLocks/>
          </p:cNvCxnSpPr>
          <p:nvPr/>
        </p:nvCxnSpPr>
        <p:spPr>
          <a:xfrm>
            <a:off x="7893933" y="2095642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24">
            <a:extLst>
              <a:ext uri="{FF2B5EF4-FFF2-40B4-BE49-F238E27FC236}">
                <a16:creationId xmlns:a16="http://schemas.microsoft.com/office/drawing/2014/main" id="{F79B6D49-FCAA-D06A-82D0-AD700D89D7ED}"/>
              </a:ext>
            </a:extLst>
          </p:cNvPr>
          <p:cNvCxnSpPr>
            <a:cxnSpLocks/>
          </p:cNvCxnSpPr>
          <p:nvPr/>
        </p:nvCxnSpPr>
        <p:spPr>
          <a:xfrm>
            <a:off x="8341489" y="2095642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25">
            <a:extLst>
              <a:ext uri="{FF2B5EF4-FFF2-40B4-BE49-F238E27FC236}">
                <a16:creationId xmlns:a16="http://schemas.microsoft.com/office/drawing/2014/main" id="{F59C04F1-A976-73FA-ED2E-AAC84D98959C}"/>
              </a:ext>
            </a:extLst>
          </p:cNvPr>
          <p:cNvCxnSpPr>
            <a:cxnSpLocks/>
          </p:cNvCxnSpPr>
          <p:nvPr/>
        </p:nvCxnSpPr>
        <p:spPr>
          <a:xfrm>
            <a:off x="8779901" y="2095642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26">
            <a:extLst>
              <a:ext uri="{FF2B5EF4-FFF2-40B4-BE49-F238E27FC236}">
                <a16:creationId xmlns:a16="http://schemas.microsoft.com/office/drawing/2014/main" id="{BF181248-9149-1F4B-A5ED-CB153170969F}"/>
              </a:ext>
            </a:extLst>
          </p:cNvPr>
          <p:cNvCxnSpPr>
            <a:cxnSpLocks/>
          </p:cNvCxnSpPr>
          <p:nvPr/>
        </p:nvCxnSpPr>
        <p:spPr>
          <a:xfrm>
            <a:off x="9145161" y="2095642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Elipse 31">
            <a:extLst>
              <a:ext uri="{FF2B5EF4-FFF2-40B4-BE49-F238E27FC236}">
                <a16:creationId xmlns:a16="http://schemas.microsoft.com/office/drawing/2014/main" id="{E92A23D3-AB03-8ED2-2ED3-89C14C98955B}"/>
              </a:ext>
            </a:extLst>
          </p:cNvPr>
          <p:cNvSpPr/>
          <p:nvPr/>
        </p:nvSpPr>
        <p:spPr>
          <a:xfrm>
            <a:off x="7807794" y="2176286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" name="Elipse 32">
            <a:extLst>
              <a:ext uri="{FF2B5EF4-FFF2-40B4-BE49-F238E27FC236}">
                <a16:creationId xmlns:a16="http://schemas.microsoft.com/office/drawing/2014/main" id="{75C696F9-3583-00D2-DABB-3D2E274FC6A0}"/>
              </a:ext>
            </a:extLst>
          </p:cNvPr>
          <p:cNvSpPr/>
          <p:nvPr/>
        </p:nvSpPr>
        <p:spPr>
          <a:xfrm>
            <a:off x="9034799" y="2411674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Elipse 33">
            <a:extLst>
              <a:ext uri="{FF2B5EF4-FFF2-40B4-BE49-F238E27FC236}">
                <a16:creationId xmlns:a16="http://schemas.microsoft.com/office/drawing/2014/main" id="{5BC0A8B6-D514-22D1-25CA-30C96F8F73A3}"/>
              </a:ext>
            </a:extLst>
          </p:cNvPr>
          <p:cNvSpPr/>
          <p:nvPr/>
        </p:nvSpPr>
        <p:spPr>
          <a:xfrm>
            <a:off x="8251502" y="2575700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8" name="Elipse 34">
            <a:extLst>
              <a:ext uri="{FF2B5EF4-FFF2-40B4-BE49-F238E27FC236}">
                <a16:creationId xmlns:a16="http://schemas.microsoft.com/office/drawing/2014/main" id="{2D7EFA1D-1E5E-579E-CF9C-7C989F5F149C}"/>
              </a:ext>
            </a:extLst>
          </p:cNvPr>
          <p:cNvSpPr/>
          <p:nvPr/>
        </p:nvSpPr>
        <p:spPr>
          <a:xfrm>
            <a:off x="8696092" y="2751628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9" name="Elipse 35">
            <a:extLst>
              <a:ext uri="{FF2B5EF4-FFF2-40B4-BE49-F238E27FC236}">
                <a16:creationId xmlns:a16="http://schemas.microsoft.com/office/drawing/2014/main" id="{07FEE4AE-120E-764A-A77F-30780EFCABD3}"/>
              </a:ext>
            </a:extLst>
          </p:cNvPr>
          <p:cNvSpPr/>
          <p:nvPr/>
        </p:nvSpPr>
        <p:spPr>
          <a:xfrm>
            <a:off x="8697370" y="3187245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0" name="Elipse 36">
            <a:extLst>
              <a:ext uri="{FF2B5EF4-FFF2-40B4-BE49-F238E27FC236}">
                <a16:creationId xmlns:a16="http://schemas.microsoft.com/office/drawing/2014/main" id="{2686527B-FC3C-2E46-3872-B54C9251FB14}"/>
              </a:ext>
            </a:extLst>
          </p:cNvPr>
          <p:cNvSpPr/>
          <p:nvPr/>
        </p:nvSpPr>
        <p:spPr>
          <a:xfrm>
            <a:off x="8249958" y="3410241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1" name="Elipse 37">
            <a:extLst>
              <a:ext uri="{FF2B5EF4-FFF2-40B4-BE49-F238E27FC236}">
                <a16:creationId xmlns:a16="http://schemas.microsoft.com/office/drawing/2014/main" id="{F90F7DC7-C832-BC53-9CB5-13D9EA0C6326}"/>
              </a:ext>
            </a:extLst>
          </p:cNvPr>
          <p:cNvSpPr/>
          <p:nvPr/>
        </p:nvSpPr>
        <p:spPr>
          <a:xfrm>
            <a:off x="9046035" y="3653372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2" name="Elipse 39">
            <a:extLst>
              <a:ext uri="{FF2B5EF4-FFF2-40B4-BE49-F238E27FC236}">
                <a16:creationId xmlns:a16="http://schemas.microsoft.com/office/drawing/2014/main" id="{20353A21-2091-A0EA-64BB-8BD0D4D2F5C8}"/>
              </a:ext>
            </a:extLst>
          </p:cNvPr>
          <p:cNvSpPr/>
          <p:nvPr/>
        </p:nvSpPr>
        <p:spPr>
          <a:xfrm>
            <a:off x="7796302" y="3924475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3" name="Conector recto 72">
            <a:extLst>
              <a:ext uri="{FF2B5EF4-FFF2-40B4-BE49-F238E27FC236}">
                <a16:creationId xmlns:a16="http://schemas.microsoft.com/office/drawing/2014/main" id="{33907F6A-DCC5-D74D-AD85-EA7D18120522}"/>
              </a:ext>
            </a:extLst>
          </p:cNvPr>
          <p:cNvCxnSpPr>
            <a:cxnSpLocks/>
            <a:stCxn id="75" idx="6"/>
            <a:endCxn id="76" idx="6"/>
          </p:cNvCxnSpPr>
          <p:nvPr/>
        </p:nvCxnSpPr>
        <p:spPr>
          <a:xfrm>
            <a:off x="7980073" y="2262425"/>
            <a:ext cx="1227005" cy="2353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78">
            <a:extLst>
              <a:ext uri="{FF2B5EF4-FFF2-40B4-BE49-F238E27FC236}">
                <a16:creationId xmlns:a16="http://schemas.microsoft.com/office/drawing/2014/main" id="{4DC8F96F-9BFC-F76F-CA91-59EF72FEFC48}"/>
              </a:ext>
            </a:extLst>
          </p:cNvPr>
          <p:cNvCxnSpPr>
            <a:cxnSpLocks/>
          </p:cNvCxnSpPr>
          <p:nvPr/>
        </p:nvCxnSpPr>
        <p:spPr>
          <a:xfrm>
            <a:off x="8776504" y="2865661"/>
            <a:ext cx="6794" cy="43899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3">
            <a:extLst>
              <a:ext uri="{FF2B5EF4-FFF2-40B4-BE49-F238E27FC236}">
                <a16:creationId xmlns:a16="http://schemas.microsoft.com/office/drawing/2014/main" id="{22E2282C-DC6F-3E99-A5CA-1E3AB93F3ECD}"/>
              </a:ext>
            </a:extLst>
          </p:cNvPr>
          <p:cNvCxnSpPr>
            <a:cxnSpLocks/>
          </p:cNvCxnSpPr>
          <p:nvPr/>
        </p:nvCxnSpPr>
        <p:spPr>
          <a:xfrm>
            <a:off x="8419752" y="2692979"/>
            <a:ext cx="448618" cy="1447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3D4EC1F5-BED7-9E65-3D65-FCE374C50EDE}"/>
              </a:ext>
            </a:extLst>
          </p:cNvPr>
          <p:cNvCxnSpPr>
            <a:cxnSpLocks/>
            <a:endCxn id="77" idx="6"/>
          </p:cNvCxnSpPr>
          <p:nvPr/>
        </p:nvCxnSpPr>
        <p:spPr>
          <a:xfrm flipH="1">
            <a:off x="8423781" y="2503283"/>
            <a:ext cx="641019" cy="1585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89">
            <a:extLst>
              <a:ext uri="{FF2B5EF4-FFF2-40B4-BE49-F238E27FC236}">
                <a16:creationId xmlns:a16="http://schemas.microsoft.com/office/drawing/2014/main" id="{B59D7A21-0B3E-EE52-298E-E58A72D06AC8}"/>
              </a:ext>
            </a:extLst>
          </p:cNvPr>
          <p:cNvCxnSpPr>
            <a:cxnSpLocks/>
            <a:stCxn id="81" idx="6"/>
            <a:endCxn id="80" idx="2"/>
          </p:cNvCxnSpPr>
          <p:nvPr/>
        </p:nvCxnSpPr>
        <p:spPr>
          <a:xfrm flipH="1" flipV="1">
            <a:off x="8249957" y="3496381"/>
            <a:ext cx="968356" cy="2431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92">
            <a:extLst>
              <a:ext uri="{FF2B5EF4-FFF2-40B4-BE49-F238E27FC236}">
                <a16:creationId xmlns:a16="http://schemas.microsoft.com/office/drawing/2014/main" id="{96422E32-1056-35AB-4434-3584387486CD}"/>
              </a:ext>
            </a:extLst>
          </p:cNvPr>
          <p:cNvCxnSpPr>
            <a:cxnSpLocks/>
            <a:stCxn id="81" idx="3"/>
            <a:endCxn id="82" idx="6"/>
          </p:cNvCxnSpPr>
          <p:nvPr/>
        </p:nvCxnSpPr>
        <p:spPr>
          <a:xfrm flipH="1">
            <a:off x="7968580" y="3800420"/>
            <a:ext cx="1102684" cy="2101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96">
            <a:extLst>
              <a:ext uri="{FF2B5EF4-FFF2-40B4-BE49-F238E27FC236}">
                <a16:creationId xmlns:a16="http://schemas.microsoft.com/office/drawing/2014/main" id="{A6838043-8C94-9A65-EC03-F1DC9D733515}"/>
              </a:ext>
            </a:extLst>
          </p:cNvPr>
          <p:cNvCxnSpPr>
            <a:cxnSpLocks/>
            <a:stCxn id="79" idx="6"/>
            <a:endCxn id="80" idx="7"/>
          </p:cNvCxnSpPr>
          <p:nvPr/>
        </p:nvCxnSpPr>
        <p:spPr>
          <a:xfrm flipH="1">
            <a:off x="8397006" y="3273385"/>
            <a:ext cx="472642" cy="1620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32">
            <a:extLst>
              <a:ext uri="{FF2B5EF4-FFF2-40B4-BE49-F238E27FC236}">
                <a16:creationId xmlns:a16="http://schemas.microsoft.com/office/drawing/2014/main" id="{719C8235-30A7-3EF0-E0B6-76378F482229}"/>
              </a:ext>
            </a:extLst>
          </p:cNvPr>
          <p:cNvSpPr/>
          <p:nvPr/>
        </p:nvSpPr>
        <p:spPr>
          <a:xfrm>
            <a:off x="4840957" y="2478307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BB93EF57-BD5E-7171-ECCB-FEFF20ED5D2F}"/>
              </a:ext>
            </a:extLst>
          </p:cNvPr>
          <p:cNvCxnSpPr/>
          <p:nvPr/>
        </p:nvCxnSpPr>
        <p:spPr>
          <a:xfrm>
            <a:off x="4008030" y="1915240"/>
            <a:ext cx="374614" cy="3231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3A143548-93EF-FFA8-B7B4-EF6CBE3B935B}"/>
              </a:ext>
            </a:extLst>
          </p:cNvPr>
          <p:cNvCxnSpPr>
            <a:cxnSpLocks/>
          </p:cNvCxnSpPr>
          <p:nvPr/>
        </p:nvCxnSpPr>
        <p:spPr>
          <a:xfrm flipV="1">
            <a:off x="3988922" y="4123225"/>
            <a:ext cx="368025" cy="259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B7A4F7A2-78B9-7279-0B50-C48236D5BB93}"/>
              </a:ext>
            </a:extLst>
          </p:cNvPr>
          <p:cNvCxnSpPr/>
          <p:nvPr/>
        </p:nvCxnSpPr>
        <p:spPr>
          <a:xfrm>
            <a:off x="7365195" y="1922156"/>
            <a:ext cx="374614" cy="3231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7A3046DE-0DA3-5EAD-77C9-72B1CD9D980F}"/>
              </a:ext>
            </a:extLst>
          </p:cNvPr>
          <p:cNvCxnSpPr>
            <a:cxnSpLocks/>
          </p:cNvCxnSpPr>
          <p:nvPr/>
        </p:nvCxnSpPr>
        <p:spPr>
          <a:xfrm flipV="1">
            <a:off x="7346087" y="4130141"/>
            <a:ext cx="368025" cy="259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83">
            <a:extLst>
              <a:ext uri="{FF2B5EF4-FFF2-40B4-BE49-F238E27FC236}">
                <a16:creationId xmlns:a16="http://schemas.microsoft.com/office/drawing/2014/main" id="{F1F667D4-D391-0981-2207-D45BCC102100}"/>
              </a:ext>
            </a:extLst>
          </p:cNvPr>
          <p:cNvCxnSpPr>
            <a:cxnSpLocks/>
          </p:cNvCxnSpPr>
          <p:nvPr/>
        </p:nvCxnSpPr>
        <p:spPr>
          <a:xfrm>
            <a:off x="8625186" y="5963635"/>
            <a:ext cx="448618" cy="1447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96">
            <a:extLst>
              <a:ext uri="{FF2B5EF4-FFF2-40B4-BE49-F238E27FC236}">
                <a16:creationId xmlns:a16="http://schemas.microsoft.com/office/drawing/2014/main" id="{8EF4FFF9-9544-A145-BB7C-F1787D49AE32}"/>
              </a:ext>
            </a:extLst>
          </p:cNvPr>
          <p:cNvCxnSpPr>
            <a:cxnSpLocks/>
            <a:stCxn id="51" idx="6"/>
            <a:endCxn id="49" idx="7"/>
          </p:cNvCxnSpPr>
          <p:nvPr/>
        </p:nvCxnSpPr>
        <p:spPr>
          <a:xfrm flipH="1">
            <a:off x="8602440" y="6544041"/>
            <a:ext cx="472642" cy="1620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23">
            <a:extLst>
              <a:ext uri="{FF2B5EF4-FFF2-40B4-BE49-F238E27FC236}">
                <a16:creationId xmlns:a16="http://schemas.microsoft.com/office/drawing/2014/main" id="{CE270B08-BC58-8FB7-7D1A-4CFA9E006714}"/>
              </a:ext>
            </a:extLst>
          </p:cNvPr>
          <p:cNvCxnSpPr>
            <a:cxnSpLocks/>
          </p:cNvCxnSpPr>
          <p:nvPr/>
        </p:nvCxnSpPr>
        <p:spPr>
          <a:xfrm>
            <a:off x="8099367" y="5366298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24">
            <a:extLst>
              <a:ext uri="{FF2B5EF4-FFF2-40B4-BE49-F238E27FC236}">
                <a16:creationId xmlns:a16="http://schemas.microsoft.com/office/drawing/2014/main" id="{2F5DCD70-6919-4E11-46FB-DC837CBAC99C}"/>
              </a:ext>
            </a:extLst>
          </p:cNvPr>
          <p:cNvCxnSpPr>
            <a:cxnSpLocks/>
          </p:cNvCxnSpPr>
          <p:nvPr/>
        </p:nvCxnSpPr>
        <p:spPr>
          <a:xfrm>
            <a:off x="8546923" y="5366298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25">
            <a:extLst>
              <a:ext uri="{FF2B5EF4-FFF2-40B4-BE49-F238E27FC236}">
                <a16:creationId xmlns:a16="http://schemas.microsoft.com/office/drawing/2014/main" id="{D390A97C-B354-4913-F0A1-DE5554F18135}"/>
              </a:ext>
            </a:extLst>
          </p:cNvPr>
          <p:cNvCxnSpPr>
            <a:cxnSpLocks/>
          </p:cNvCxnSpPr>
          <p:nvPr/>
        </p:nvCxnSpPr>
        <p:spPr>
          <a:xfrm>
            <a:off x="8985335" y="5366298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6">
            <a:extLst>
              <a:ext uri="{FF2B5EF4-FFF2-40B4-BE49-F238E27FC236}">
                <a16:creationId xmlns:a16="http://schemas.microsoft.com/office/drawing/2014/main" id="{250A90FB-1512-E9E9-ABA5-7E9652A9397B}"/>
              </a:ext>
            </a:extLst>
          </p:cNvPr>
          <p:cNvCxnSpPr>
            <a:cxnSpLocks/>
          </p:cNvCxnSpPr>
          <p:nvPr/>
        </p:nvCxnSpPr>
        <p:spPr>
          <a:xfrm>
            <a:off x="9350595" y="5366298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31">
            <a:extLst>
              <a:ext uri="{FF2B5EF4-FFF2-40B4-BE49-F238E27FC236}">
                <a16:creationId xmlns:a16="http://schemas.microsoft.com/office/drawing/2014/main" id="{495154F4-5494-47C0-3B3C-41BD362DA0F3}"/>
              </a:ext>
            </a:extLst>
          </p:cNvPr>
          <p:cNvSpPr/>
          <p:nvPr/>
        </p:nvSpPr>
        <p:spPr>
          <a:xfrm>
            <a:off x="8013228" y="5446942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Elipse 39">
            <a:extLst>
              <a:ext uri="{FF2B5EF4-FFF2-40B4-BE49-F238E27FC236}">
                <a16:creationId xmlns:a16="http://schemas.microsoft.com/office/drawing/2014/main" id="{FCF6DDA7-6B66-EDA2-5B36-A323B3816BDA}"/>
              </a:ext>
            </a:extLst>
          </p:cNvPr>
          <p:cNvSpPr/>
          <p:nvPr/>
        </p:nvSpPr>
        <p:spPr>
          <a:xfrm>
            <a:off x="8001736" y="7195131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2" name="Conector recto 72">
            <a:extLst>
              <a:ext uri="{FF2B5EF4-FFF2-40B4-BE49-F238E27FC236}">
                <a16:creationId xmlns:a16="http://schemas.microsoft.com/office/drawing/2014/main" id="{15F4AC46-9C3B-74E3-CC0E-5E1425B1AAFC}"/>
              </a:ext>
            </a:extLst>
          </p:cNvPr>
          <p:cNvCxnSpPr>
            <a:cxnSpLocks/>
            <a:stCxn id="23" idx="6"/>
            <a:endCxn id="47" idx="6"/>
          </p:cNvCxnSpPr>
          <p:nvPr/>
        </p:nvCxnSpPr>
        <p:spPr>
          <a:xfrm>
            <a:off x="8185507" y="5533081"/>
            <a:ext cx="1227005" cy="2353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78">
            <a:extLst>
              <a:ext uri="{FF2B5EF4-FFF2-40B4-BE49-F238E27FC236}">
                <a16:creationId xmlns:a16="http://schemas.microsoft.com/office/drawing/2014/main" id="{56531457-3E47-2E7A-B114-92F184F28729}"/>
              </a:ext>
            </a:extLst>
          </p:cNvPr>
          <p:cNvCxnSpPr>
            <a:cxnSpLocks/>
          </p:cNvCxnSpPr>
          <p:nvPr/>
        </p:nvCxnSpPr>
        <p:spPr>
          <a:xfrm>
            <a:off x="8981938" y="6136317"/>
            <a:ext cx="6794" cy="43899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A62F77F4-0E34-99E7-25D5-430A4FC4C653}"/>
              </a:ext>
            </a:extLst>
          </p:cNvPr>
          <p:cNvCxnSpPr>
            <a:cxnSpLocks/>
            <a:endCxn id="48" idx="6"/>
          </p:cNvCxnSpPr>
          <p:nvPr/>
        </p:nvCxnSpPr>
        <p:spPr>
          <a:xfrm flipH="1">
            <a:off x="8629215" y="5773939"/>
            <a:ext cx="641019" cy="1585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89">
            <a:extLst>
              <a:ext uri="{FF2B5EF4-FFF2-40B4-BE49-F238E27FC236}">
                <a16:creationId xmlns:a16="http://schemas.microsoft.com/office/drawing/2014/main" id="{45270925-F7AA-5C02-DD71-BE7729064152}"/>
              </a:ext>
            </a:extLst>
          </p:cNvPr>
          <p:cNvCxnSpPr>
            <a:cxnSpLocks/>
            <a:stCxn id="50" idx="6"/>
            <a:endCxn id="49" idx="2"/>
          </p:cNvCxnSpPr>
          <p:nvPr/>
        </p:nvCxnSpPr>
        <p:spPr>
          <a:xfrm flipH="1" flipV="1">
            <a:off x="8455391" y="6767037"/>
            <a:ext cx="968356" cy="2431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92">
            <a:extLst>
              <a:ext uri="{FF2B5EF4-FFF2-40B4-BE49-F238E27FC236}">
                <a16:creationId xmlns:a16="http://schemas.microsoft.com/office/drawing/2014/main" id="{F49B3762-465C-7493-EB27-ABB5DC778AC5}"/>
              </a:ext>
            </a:extLst>
          </p:cNvPr>
          <p:cNvCxnSpPr>
            <a:cxnSpLocks/>
            <a:stCxn id="50" idx="3"/>
            <a:endCxn id="27" idx="6"/>
          </p:cNvCxnSpPr>
          <p:nvPr/>
        </p:nvCxnSpPr>
        <p:spPr>
          <a:xfrm flipH="1">
            <a:off x="8174014" y="7071076"/>
            <a:ext cx="1102684" cy="2101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AAD6461A-84ED-54C8-0838-796185C82833}"/>
              </a:ext>
            </a:extLst>
          </p:cNvPr>
          <p:cNvCxnSpPr/>
          <p:nvPr/>
        </p:nvCxnSpPr>
        <p:spPr>
          <a:xfrm>
            <a:off x="7570629" y="5192812"/>
            <a:ext cx="374614" cy="3231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A6EF46F7-7896-607B-3615-7C4F5D3C9435}"/>
              </a:ext>
            </a:extLst>
          </p:cNvPr>
          <p:cNvCxnSpPr>
            <a:cxnSpLocks/>
          </p:cNvCxnSpPr>
          <p:nvPr/>
        </p:nvCxnSpPr>
        <p:spPr>
          <a:xfrm flipV="1">
            <a:off x="7551521" y="7400797"/>
            <a:ext cx="368025" cy="259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ángulo 41">
            <a:extLst>
              <a:ext uri="{FF2B5EF4-FFF2-40B4-BE49-F238E27FC236}">
                <a16:creationId xmlns:a16="http://schemas.microsoft.com/office/drawing/2014/main" id="{A8467248-D12E-BE11-6DEA-FFBF9327EA80}"/>
              </a:ext>
            </a:extLst>
          </p:cNvPr>
          <p:cNvSpPr/>
          <p:nvPr/>
        </p:nvSpPr>
        <p:spPr>
          <a:xfrm>
            <a:off x="8395965" y="5495301"/>
            <a:ext cx="1102684" cy="17216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CE1EC36-350E-FDCD-6D23-106C9645CEE4}"/>
              </a:ext>
            </a:extLst>
          </p:cNvPr>
          <p:cNvSpPr txBox="1"/>
          <p:nvPr/>
        </p:nvSpPr>
        <p:spPr>
          <a:xfrm>
            <a:off x="10100870" y="6171050"/>
            <a:ext cx="1077539" cy="42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Imagine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D3D14B4C-2F88-8A09-6BEB-E2E7F2341D57}"/>
              </a:ext>
            </a:extLst>
          </p:cNvPr>
          <p:cNvCxnSpPr>
            <a:cxnSpLocks/>
          </p:cNvCxnSpPr>
          <p:nvPr/>
        </p:nvCxnSpPr>
        <p:spPr>
          <a:xfrm flipH="1" flipV="1">
            <a:off x="9588637" y="6374214"/>
            <a:ext cx="470010" cy="63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32">
            <a:extLst>
              <a:ext uri="{FF2B5EF4-FFF2-40B4-BE49-F238E27FC236}">
                <a16:creationId xmlns:a16="http://schemas.microsoft.com/office/drawing/2014/main" id="{5E76898D-1DBB-442C-2538-1A570A580E21}"/>
              </a:ext>
            </a:extLst>
          </p:cNvPr>
          <p:cNvSpPr/>
          <p:nvPr/>
        </p:nvSpPr>
        <p:spPr>
          <a:xfrm>
            <a:off x="9240233" y="5682330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Elipse 33">
            <a:extLst>
              <a:ext uri="{FF2B5EF4-FFF2-40B4-BE49-F238E27FC236}">
                <a16:creationId xmlns:a16="http://schemas.microsoft.com/office/drawing/2014/main" id="{B2449D6F-2D02-A8FE-CACD-2A22FEA2B008}"/>
              </a:ext>
            </a:extLst>
          </p:cNvPr>
          <p:cNvSpPr/>
          <p:nvPr/>
        </p:nvSpPr>
        <p:spPr>
          <a:xfrm>
            <a:off x="8456936" y="5846356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Elipse 36">
            <a:extLst>
              <a:ext uri="{FF2B5EF4-FFF2-40B4-BE49-F238E27FC236}">
                <a16:creationId xmlns:a16="http://schemas.microsoft.com/office/drawing/2014/main" id="{13F9ABDF-EAD5-0B45-59B2-033C6A9A0900}"/>
              </a:ext>
            </a:extLst>
          </p:cNvPr>
          <p:cNvSpPr/>
          <p:nvPr/>
        </p:nvSpPr>
        <p:spPr>
          <a:xfrm>
            <a:off x="8455392" y="6680897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Elipse 37">
            <a:extLst>
              <a:ext uri="{FF2B5EF4-FFF2-40B4-BE49-F238E27FC236}">
                <a16:creationId xmlns:a16="http://schemas.microsoft.com/office/drawing/2014/main" id="{265B29D4-EC86-2D8D-CCCB-254C414CD81B}"/>
              </a:ext>
            </a:extLst>
          </p:cNvPr>
          <p:cNvSpPr/>
          <p:nvPr/>
        </p:nvSpPr>
        <p:spPr>
          <a:xfrm>
            <a:off x="9251469" y="6924028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Elipse 35">
            <a:extLst>
              <a:ext uri="{FF2B5EF4-FFF2-40B4-BE49-F238E27FC236}">
                <a16:creationId xmlns:a16="http://schemas.microsoft.com/office/drawing/2014/main" id="{75398F32-5B68-C25A-6013-4E27B848EBBD}"/>
              </a:ext>
            </a:extLst>
          </p:cNvPr>
          <p:cNvSpPr/>
          <p:nvPr/>
        </p:nvSpPr>
        <p:spPr>
          <a:xfrm>
            <a:off x="8902804" y="6457901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Elipse 34">
            <a:extLst>
              <a:ext uri="{FF2B5EF4-FFF2-40B4-BE49-F238E27FC236}">
                <a16:creationId xmlns:a16="http://schemas.microsoft.com/office/drawing/2014/main" id="{C87FCEDC-66E7-9588-F119-57CA435B87D8}"/>
              </a:ext>
            </a:extLst>
          </p:cNvPr>
          <p:cNvSpPr/>
          <p:nvPr/>
        </p:nvSpPr>
        <p:spPr>
          <a:xfrm>
            <a:off x="8901526" y="6022284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3" name="Conector recto 72">
            <a:extLst>
              <a:ext uri="{FF2B5EF4-FFF2-40B4-BE49-F238E27FC236}">
                <a16:creationId xmlns:a16="http://schemas.microsoft.com/office/drawing/2014/main" id="{859D43B8-26B9-AB1D-584E-A388061C8615}"/>
              </a:ext>
            </a:extLst>
          </p:cNvPr>
          <p:cNvCxnSpPr>
            <a:cxnSpLocks/>
            <a:endCxn id="70" idx="2"/>
          </p:cNvCxnSpPr>
          <p:nvPr/>
        </p:nvCxnSpPr>
        <p:spPr>
          <a:xfrm>
            <a:off x="3114314" y="5604179"/>
            <a:ext cx="1141095" cy="5713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23">
            <a:extLst>
              <a:ext uri="{FF2B5EF4-FFF2-40B4-BE49-F238E27FC236}">
                <a16:creationId xmlns:a16="http://schemas.microsoft.com/office/drawing/2014/main" id="{79F5C0AF-C63C-5820-1509-B6E3EC7C46FA}"/>
              </a:ext>
            </a:extLst>
          </p:cNvPr>
          <p:cNvCxnSpPr>
            <a:cxnSpLocks/>
          </p:cNvCxnSpPr>
          <p:nvPr/>
        </p:nvCxnSpPr>
        <p:spPr>
          <a:xfrm>
            <a:off x="3105778" y="5433398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24">
            <a:extLst>
              <a:ext uri="{FF2B5EF4-FFF2-40B4-BE49-F238E27FC236}">
                <a16:creationId xmlns:a16="http://schemas.microsoft.com/office/drawing/2014/main" id="{2F5AAFC0-1BE2-9FF2-5E83-B0505642E096}"/>
              </a:ext>
            </a:extLst>
          </p:cNvPr>
          <p:cNvCxnSpPr>
            <a:cxnSpLocks/>
          </p:cNvCxnSpPr>
          <p:nvPr/>
        </p:nvCxnSpPr>
        <p:spPr>
          <a:xfrm>
            <a:off x="3556008" y="5433397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25">
            <a:extLst>
              <a:ext uri="{FF2B5EF4-FFF2-40B4-BE49-F238E27FC236}">
                <a16:creationId xmlns:a16="http://schemas.microsoft.com/office/drawing/2014/main" id="{35593EDF-6C00-9BA3-B492-B1C95E1EA02D}"/>
              </a:ext>
            </a:extLst>
          </p:cNvPr>
          <p:cNvCxnSpPr>
            <a:cxnSpLocks/>
          </p:cNvCxnSpPr>
          <p:nvPr/>
        </p:nvCxnSpPr>
        <p:spPr>
          <a:xfrm>
            <a:off x="3982602" y="5433398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26">
            <a:extLst>
              <a:ext uri="{FF2B5EF4-FFF2-40B4-BE49-F238E27FC236}">
                <a16:creationId xmlns:a16="http://schemas.microsoft.com/office/drawing/2014/main" id="{E7D173CA-24E1-6AD3-2954-024F6A40C25B}"/>
              </a:ext>
            </a:extLst>
          </p:cNvPr>
          <p:cNvCxnSpPr>
            <a:cxnSpLocks/>
          </p:cNvCxnSpPr>
          <p:nvPr/>
        </p:nvCxnSpPr>
        <p:spPr>
          <a:xfrm>
            <a:off x="4347862" y="5433398"/>
            <a:ext cx="0" cy="20275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lipse 31">
            <a:extLst>
              <a:ext uri="{FF2B5EF4-FFF2-40B4-BE49-F238E27FC236}">
                <a16:creationId xmlns:a16="http://schemas.microsoft.com/office/drawing/2014/main" id="{DA2FD1CE-037E-A799-EA94-3CFA771AED21}"/>
              </a:ext>
            </a:extLst>
          </p:cNvPr>
          <p:cNvSpPr/>
          <p:nvPr/>
        </p:nvSpPr>
        <p:spPr>
          <a:xfrm>
            <a:off x="3019639" y="5514042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Elipse 39">
            <a:extLst>
              <a:ext uri="{FF2B5EF4-FFF2-40B4-BE49-F238E27FC236}">
                <a16:creationId xmlns:a16="http://schemas.microsoft.com/office/drawing/2014/main" id="{59C855C5-3A4A-592C-9317-F288C15F84ED}"/>
              </a:ext>
            </a:extLst>
          </p:cNvPr>
          <p:cNvSpPr/>
          <p:nvPr/>
        </p:nvSpPr>
        <p:spPr>
          <a:xfrm>
            <a:off x="3017291" y="7262231"/>
            <a:ext cx="172279" cy="1722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0" name="Conector recto 75">
            <a:extLst>
              <a:ext uri="{FF2B5EF4-FFF2-40B4-BE49-F238E27FC236}">
                <a16:creationId xmlns:a16="http://schemas.microsoft.com/office/drawing/2014/main" id="{C9DC997E-BB38-7F36-5B17-E9DB0824055B}"/>
              </a:ext>
            </a:extLst>
          </p:cNvPr>
          <p:cNvCxnSpPr>
            <a:cxnSpLocks/>
            <a:stCxn id="59" idx="7"/>
            <a:endCxn id="93" idx="3"/>
          </p:cNvCxnSpPr>
          <p:nvPr/>
        </p:nvCxnSpPr>
        <p:spPr>
          <a:xfrm flipV="1">
            <a:off x="3164339" y="6659851"/>
            <a:ext cx="1104730" cy="6276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78">
            <a:extLst>
              <a:ext uri="{FF2B5EF4-FFF2-40B4-BE49-F238E27FC236}">
                <a16:creationId xmlns:a16="http://schemas.microsoft.com/office/drawing/2014/main" id="{FD4DD7B6-73C5-222D-D47B-EDD2AEF78379}"/>
              </a:ext>
            </a:extLst>
          </p:cNvPr>
          <p:cNvCxnSpPr>
            <a:cxnSpLocks/>
          </p:cNvCxnSpPr>
          <p:nvPr/>
        </p:nvCxnSpPr>
        <p:spPr>
          <a:xfrm>
            <a:off x="4345176" y="6203417"/>
            <a:ext cx="6794" cy="43899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F7E19EB3-1BF0-C0B3-3E87-443B25DDEB96}"/>
              </a:ext>
            </a:extLst>
          </p:cNvPr>
          <p:cNvSpPr txBox="1"/>
          <p:nvPr/>
        </p:nvSpPr>
        <p:spPr>
          <a:xfrm>
            <a:off x="1819601" y="4821552"/>
            <a:ext cx="1294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Press START</a:t>
            </a:r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D2DD9FAD-0F0E-6199-D34B-B507F1999DFF}"/>
              </a:ext>
            </a:extLst>
          </p:cNvPr>
          <p:cNvCxnSpPr/>
          <p:nvPr/>
        </p:nvCxnSpPr>
        <p:spPr>
          <a:xfrm>
            <a:off x="2642676" y="5190884"/>
            <a:ext cx="374614" cy="3231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53218114-D4D2-98F6-A1CD-D2BD820B3B8B}"/>
              </a:ext>
            </a:extLst>
          </p:cNvPr>
          <p:cNvCxnSpPr>
            <a:cxnSpLocks/>
          </p:cNvCxnSpPr>
          <p:nvPr/>
        </p:nvCxnSpPr>
        <p:spPr>
          <a:xfrm flipV="1">
            <a:off x="2623568" y="7398869"/>
            <a:ext cx="368025" cy="259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ángulo 64">
            <a:extLst>
              <a:ext uri="{FF2B5EF4-FFF2-40B4-BE49-F238E27FC236}">
                <a16:creationId xmlns:a16="http://schemas.microsoft.com/office/drawing/2014/main" id="{CDFC361C-7658-1D7D-684E-EC6E6F723DBA}"/>
              </a:ext>
            </a:extLst>
          </p:cNvPr>
          <p:cNvSpPr/>
          <p:nvPr/>
        </p:nvSpPr>
        <p:spPr>
          <a:xfrm>
            <a:off x="3355063" y="5663715"/>
            <a:ext cx="1116070" cy="15985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0FF5B950-C269-EBE2-E559-F90C6E551185}"/>
              </a:ext>
            </a:extLst>
          </p:cNvPr>
          <p:cNvSpPr txBox="1"/>
          <p:nvPr/>
        </p:nvSpPr>
        <p:spPr>
          <a:xfrm>
            <a:off x="1632559" y="7658862"/>
            <a:ext cx="113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Press END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21C538C4-E2CD-678A-8DC2-5770D0EF90EB}"/>
              </a:ext>
            </a:extLst>
          </p:cNvPr>
          <p:cNvSpPr txBox="1"/>
          <p:nvPr/>
        </p:nvSpPr>
        <p:spPr>
          <a:xfrm>
            <a:off x="5064994" y="6205196"/>
            <a:ext cx="1077539" cy="42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Imagine</a:t>
            </a:r>
          </a:p>
        </p:txBody>
      </p: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4E43A434-1B84-5F81-4133-3BE80EAA4416}"/>
              </a:ext>
            </a:extLst>
          </p:cNvPr>
          <p:cNvCxnSpPr>
            <a:cxnSpLocks/>
          </p:cNvCxnSpPr>
          <p:nvPr/>
        </p:nvCxnSpPr>
        <p:spPr>
          <a:xfrm flipH="1" flipV="1">
            <a:off x="4545482" y="6417130"/>
            <a:ext cx="470010" cy="63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33">
            <a:extLst>
              <a:ext uri="{FF2B5EF4-FFF2-40B4-BE49-F238E27FC236}">
                <a16:creationId xmlns:a16="http://schemas.microsoft.com/office/drawing/2014/main" id="{F2C3903F-F4D4-DE52-C10C-AC2E8CF78B57}"/>
              </a:ext>
            </a:extLst>
          </p:cNvPr>
          <p:cNvSpPr/>
          <p:nvPr/>
        </p:nvSpPr>
        <p:spPr>
          <a:xfrm>
            <a:off x="3900500" y="5952375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0" name="Elipse 34">
            <a:extLst>
              <a:ext uri="{FF2B5EF4-FFF2-40B4-BE49-F238E27FC236}">
                <a16:creationId xmlns:a16="http://schemas.microsoft.com/office/drawing/2014/main" id="{F9F1BD1C-DD4C-3A06-46CD-63AEBEE40BAE}"/>
              </a:ext>
            </a:extLst>
          </p:cNvPr>
          <p:cNvSpPr/>
          <p:nvPr/>
        </p:nvSpPr>
        <p:spPr>
          <a:xfrm>
            <a:off x="4255409" y="6089384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4" name="Elipse 36">
            <a:extLst>
              <a:ext uri="{FF2B5EF4-FFF2-40B4-BE49-F238E27FC236}">
                <a16:creationId xmlns:a16="http://schemas.microsoft.com/office/drawing/2014/main" id="{071D617B-05DD-FF5A-94D5-2EBA64E0D4B6}"/>
              </a:ext>
            </a:extLst>
          </p:cNvPr>
          <p:cNvSpPr/>
          <p:nvPr/>
        </p:nvSpPr>
        <p:spPr>
          <a:xfrm>
            <a:off x="3909859" y="6747997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0" name="Elipse 37">
            <a:extLst>
              <a:ext uri="{FF2B5EF4-FFF2-40B4-BE49-F238E27FC236}">
                <a16:creationId xmlns:a16="http://schemas.microsoft.com/office/drawing/2014/main" id="{0CBAEC65-E37F-53C0-955E-A369D19C4A45}"/>
              </a:ext>
            </a:extLst>
          </p:cNvPr>
          <p:cNvSpPr/>
          <p:nvPr/>
        </p:nvSpPr>
        <p:spPr>
          <a:xfrm>
            <a:off x="3469869" y="6991128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Elipse 32">
            <a:extLst>
              <a:ext uri="{FF2B5EF4-FFF2-40B4-BE49-F238E27FC236}">
                <a16:creationId xmlns:a16="http://schemas.microsoft.com/office/drawing/2014/main" id="{90E99442-6536-BE80-4DB5-5F592DE74A01}"/>
              </a:ext>
            </a:extLst>
          </p:cNvPr>
          <p:cNvSpPr/>
          <p:nvPr/>
        </p:nvSpPr>
        <p:spPr>
          <a:xfrm>
            <a:off x="3475603" y="5753951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3" name="Elipse 35">
            <a:extLst>
              <a:ext uri="{FF2B5EF4-FFF2-40B4-BE49-F238E27FC236}">
                <a16:creationId xmlns:a16="http://schemas.microsoft.com/office/drawing/2014/main" id="{0AE7C89B-7D95-B726-DC23-08B6576EAAFB}"/>
              </a:ext>
            </a:extLst>
          </p:cNvPr>
          <p:cNvSpPr/>
          <p:nvPr/>
        </p:nvSpPr>
        <p:spPr>
          <a:xfrm>
            <a:off x="4243840" y="6512802"/>
            <a:ext cx="172279" cy="17227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7DA79ED-522E-83FD-69D0-B443754D8445}"/>
              </a:ext>
            </a:extLst>
          </p:cNvPr>
          <p:cNvSpPr txBox="1"/>
          <p:nvPr/>
        </p:nvSpPr>
        <p:spPr>
          <a:xfrm>
            <a:off x="3152054" y="1521291"/>
            <a:ext cx="1294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Press START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EED00BB-D36E-DF0D-114F-48DE9FFCED1B}"/>
              </a:ext>
            </a:extLst>
          </p:cNvPr>
          <p:cNvSpPr txBox="1"/>
          <p:nvPr/>
        </p:nvSpPr>
        <p:spPr>
          <a:xfrm>
            <a:off x="6513081" y="1521767"/>
            <a:ext cx="1294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Press START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8D50B51C-9132-F03E-5CF2-5137DBA3834F}"/>
              </a:ext>
            </a:extLst>
          </p:cNvPr>
          <p:cNvSpPr txBox="1"/>
          <p:nvPr/>
        </p:nvSpPr>
        <p:spPr>
          <a:xfrm>
            <a:off x="3036113" y="4347804"/>
            <a:ext cx="113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Press END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0772D5D9-A40D-1302-9ACD-EAC746A99D4D}"/>
              </a:ext>
            </a:extLst>
          </p:cNvPr>
          <p:cNvSpPr txBox="1"/>
          <p:nvPr/>
        </p:nvSpPr>
        <p:spPr>
          <a:xfrm>
            <a:off x="6438396" y="4352566"/>
            <a:ext cx="113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Press END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EACDEBA7-FE8E-62ED-5975-734ADAA12411}"/>
              </a:ext>
            </a:extLst>
          </p:cNvPr>
          <p:cNvSpPr txBox="1"/>
          <p:nvPr/>
        </p:nvSpPr>
        <p:spPr>
          <a:xfrm>
            <a:off x="6695389" y="4860131"/>
            <a:ext cx="1294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Press START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9065BFEA-F037-1AC6-CCF1-62CE3BCA48E4}"/>
              </a:ext>
            </a:extLst>
          </p:cNvPr>
          <p:cNvSpPr txBox="1"/>
          <p:nvPr/>
        </p:nvSpPr>
        <p:spPr>
          <a:xfrm>
            <a:off x="6508347" y="7697441"/>
            <a:ext cx="113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Press END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F760585-9CB9-EAFA-1E17-FB3EB4D8D428}"/>
              </a:ext>
            </a:extLst>
          </p:cNvPr>
          <p:cNvSpPr txBox="1"/>
          <p:nvPr/>
        </p:nvSpPr>
        <p:spPr>
          <a:xfrm>
            <a:off x="469900" y="385975"/>
            <a:ext cx="4330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Editable. Next slides not editable, for output</a:t>
            </a:r>
          </a:p>
        </p:txBody>
      </p:sp>
    </p:spTree>
    <p:extLst>
      <p:ext uri="{BB962C8B-B14F-4D97-AF65-F5344CB8AC3E}">
        <p14:creationId xmlns:p14="http://schemas.microsoft.com/office/powerpoint/2010/main" val="3803617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D1A8EEA0-D65C-4144-7040-7AC4ACA39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04" y="360131"/>
            <a:ext cx="7612843" cy="9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46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7902187C-FDA8-F6A4-AA28-96572722F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733" y="360131"/>
            <a:ext cx="7681319" cy="9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797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65EDC0B6-7AF5-7AD0-1291-BEE1F7A4F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83" y="360131"/>
            <a:ext cx="12323584" cy="9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75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7DFA30D-5CA4-7780-770F-23918DFB2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90" y="360131"/>
            <a:ext cx="12751370" cy="9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39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adroTexto 42">
            <a:extLst>
              <a:ext uri="{FF2B5EF4-FFF2-40B4-BE49-F238E27FC236}">
                <a16:creationId xmlns:a16="http://schemas.microsoft.com/office/drawing/2014/main" id="{3CE1EC36-350E-FDCD-6D23-106C9645CEE4}"/>
              </a:ext>
            </a:extLst>
          </p:cNvPr>
          <p:cNvSpPr txBox="1"/>
          <p:nvPr/>
        </p:nvSpPr>
        <p:spPr>
          <a:xfrm>
            <a:off x="7186446" y="6262977"/>
            <a:ext cx="1077539" cy="42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Imagine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F7E19EB3-1BF0-C0B3-3E87-443B25DDEB96}"/>
              </a:ext>
            </a:extLst>
          </p:cNvPr>
          <p:cNvSpPr txBox="1"/>
          <p:nvPr/>
        </p:nvSpPr>
        <p:spPr>
          <a:xfrm>
            <a:off x="4887495" y="5007507"/>
            <a:ext cx="1294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Press START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0FF5B950-C269-EBE2-E559-F90C6E551185}"/>
              </a:ext>
            </a:extLst>
          </p:cNvPr>
          <p:cNvSpPr txBox="1"/>
          <p:nvPr/>
        </p:nvSpPr>
        <p:spPr>
          <a:xfrm>
            <a:off x="5010300" y="7634160"/>
            <a:ext cx="113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Press END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21C538C4-E2CD-678A-8DC2-5770D0EF90EB}"/>
              </a:ext>
            </a:extLst>
          </p:cNvPr>
          <p:cNvSpPr txBox="1"/>
          <p:nvPr/>
        </p:nvSpPr>
        <p:spPr>
          <a:xfrm>
            <a:off x="1721872" y="6361099"/>
            <a:ext cx="1077539" cy="42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Imagine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7DA79ED-522E-83FD-69D0-B443754D8445}"/>
              </a:ext>
            </a:extLst>
          </p:cNvPr>
          <p:cNvSpPr txBox="1"/>
          <p:nvPr/>
        </p:nvSpPr>
        <p:spPr>
          <a:xfrm>
            <a:off x="3152054" y="1521291"/>
            <a:ext cx="1294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Press START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EED00BB-D36E-DF0D-114F-48DE9FFCED1B}"/>
              </a:ext>
            </a:extLst>
          </p:cNvPr>
          <p:cNvSpPr txBox="1"/>
          <p:nvPr/>
        </p:nvSpPr>
        <p:spPr>
          <a:xfrm>
            <a:off x="6513081" y="1521767"/>
            <a:ext cx="1294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Press START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8D50B51C-9132-F03E-5CF2-5137DBA3834F}"/>
              </a:ext>
            </a:extLst>
          </p:cNvPr>
          <p:cNvSpPr txBox="1"/>
          <p:nvPr/>
        </p:nvSpPr>
        <p:spPr>
          <a:xfrm>
            <a:off x="3036113" y="4347804"/>
            <a:ext cx="113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Press END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0772D5D9-A40D-1302-9ACD-EAC746A99D4D}"/>
              </a:ext>
            </a:extLst>
          </p:cNvPr>
          <p:cNvSpPr txBox="1"/>
          <p:nvPr/>
        </p:nvSpPr>
        <p:spPr>
          <a:xfrm>
            <a:off x="6438396" y="4352566"/>
            <a:ext cx="113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Press END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EACDEBA7-FE8E-62ED-5975-734ADAA12411}"/>
              </a:ext>
            </a:extLst>
          </p:cNvPr>
          <p:cNvSpPr txBox="1"/>
          <p:nvPr/>
        </p:nvSpPr>
        <p:spPr>
          <a:xfrm>
            <a:off x="10493392" y="4902599"/>
            <a:ext cx="1294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Press START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9065BFEA-F037-1AC6-CCF1-62CE3BCA48E4}"/>
              </a:ext>
            </a:extLst>
          </p:cNvPr>
          <p:cNvSpPr txBox="1"/>
          <p:nvPr/>
        </p:nvSpPr>
        <p:spPr>
          <a:xfrm>
            <a:off x="10655872" y="7658862"/>
            <a:ext cx="113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Press END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F760585-9CB9-EAFA-1E17-FB3EB4D8D428}"/>
              </a:ext>
            </a:extLst>
          </p:cNvPr>
          <p:cNvSpPr txBox="1"/>
          <p:nvPr/>
        </p:nvSpPr>
        <p:spPr>
          <a:xfrm>
            <a:off x="469900" y="385975"/>
            <a:ext cx="4330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Editable. Next slides not editable, for output</a:t>
            </a:r>
          </a:p>
        </p:txBody>
      </p:sp>
      <p:pic>
        <p:nvPicPr>
          <p:cNvPr id="110" name="Imagen 109">
            <a:extLst>
              <a:ext uri="{FF2B5EF4-FFF2-40B4-BE49-F238E27FC236}">
                <a16:creationId xmlns:a16="http://schemas.microsoft.com/office/drawing/2014/main" id="{FD96715A-1DF1-107D-C7A6-FBFCC7DC4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349211" y="1856596"/>
            <a:ext cx="1822862" cy="2505673"/>
          </a:xfrm>
          <a:prstGeom prst="rect">
            <a:avLst/>
          </a:prstGeom>
        </p:spPr>
      </p:pic>
      <p:pic>
        <p:nvPicPr>
          <p:cNvPr id="111" name="Imagen 110">
            <a:extLst>
              <a:ext uri="{FF2B5EF4-FFF2-40B4-BE49-F238E27FC236}">
                <a16:creationId xmlns:a16="http://schemas.microsoft.com/office/drawing/2014/main" id="{98160376-52F7-4DB0-B231-8562A0564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946798" y="1878364"/>
            <a:ext cx="1896020" cy="2511770"/>
          </a:xfrm>
          <a:prstGeom prst="rect">
            <a:avLst/>
          </a:prstGeom>
        </p:spPr>
      </p:pic>
      <p:pic>
        <p:nvPicPr>
          <p:cNvPr id="112" name="Imagen 111">
            <a:extLst>
              <a:ext uri="{FF2B5EF4-FFF2-40B4-BE49-F238E27FC236}">
                <a16:creationId xmlns:a16="http://schemas.microsoft.com/office/drawing/2014/main" id="{C3C6C4C5-612C-C4EF-D2CD-378870A93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213746" y="5259965"/>
            <a:ext cx="2523963" cy="2505673"/>
          </a:xfrm>
          <a:prstGeom prst="rect">
            <a:avLst/>
          </a:prstGeom>
        </p:spPr>
      </p:pic>
      <p:pic>
        <p:nvPicPr>
          <p:cNvPr id="113" name="Imagen 112">
            <a:extLst>
              <a:ext uri="{FF2B5EF4-FFF2-40B4-BE49-F238E27FC236}">
                <a16:creationId xmlns:a16="http://schemas.microsoft.com/office/drawing/2014/main" id="{A8AAA2E7-F60E-86EF-72D5-BFF54C0A96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650769" y="5319315"/>
            <a:ext cx="2414225" cy="250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778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03E8BEB-D7E5-D561-4D22-0A446A122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410" y="360131"/>
            <a:ext cx="8554129" cy="9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7366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D9C4456-ACDE-A13A-631C-EEACDE8FC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972" y="360131"/>
            <a:ext cx="7895605" cy="9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744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11703A9-6FF7-345D-68BF-1D1DDA213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5664" y="360131"/>
            <a:ext cx="13166014" cy="9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226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3D11464-9AC2-AF53-8B9A-B0AC65BC3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090" y="360131"/>
            <a:ext cx="13052530" cy="9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062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647</TotalTime>
  <Words>111</Words>
  <Application>Microsoft Office PowerPoint</Application>
  <PresentationFormat>Personalizado</PresentationFormat>
  <Paragraphs>31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Aptos</vt:lpstr>
      <vt:lpstr>Arial</vt:lpstr>
      <vt:lpstr>Calibri</vt:lpstr>
      <vt:lpstr>Calibri Light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Marcos Moreno Verdu</dc:creator>
  <cp:lastModifiedBy>Marcos Moreno Verdu</cp:lastModifiedBy>
  <cp:revision>2</cp:revision>
  <dcterms:created xsi:type="dcterms:W3CDTF">2023-11-21T10:46:18Z</dcterms:created>
  <dcterms:modified xsi:type="dcterms:W3CDTF">2025-06-14T13:16:10Z</dcterms:modified>
</cp:coreProperties>
</file>